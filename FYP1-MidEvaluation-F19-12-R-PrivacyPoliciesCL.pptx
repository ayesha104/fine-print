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8"/>
  </p:notesMasterIdLst>
  <p:sldIdLst>
    <p:sldId id="256" r:id="rId2"/>
    <p:sldId id="257" r:id="rId3"/>
    <p:sldId id="260" r:id="rId4"/>
    <p:sldId id="261" r:id="rId5"/>
    <p:sldId id="269" r:id="rId6"/>
    <p:sldId id="287" r:id="rId7"/>
    <p:sldId id="263" r:id="rId8"/>
    <p:sldId id="262" r:id="rId9"/>
    <p:sldId id="264" r:id="rId10"/>
    <p:sldId id="265" r:id="rId11"/>
    <p:sldId id="266" r:id="rId12"/>
    <p:sldId id="267"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hZaeyCSUliMqKLUldvP4YE5bCW+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FA98F25-6EA0-472F-9848-9F2DDB919830}">
  <a:tblStyle styleId="{AFA98F25-6EA0-472F-9848-9F2DDB91983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62066006f0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g62066006f0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6206bf891a_1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g6206bf891a_1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6206bf891a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g6206bf891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14878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61c32570fe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61c32570fe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6206bf891a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g6206bf891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6206bf891a_1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g6206bf891a_1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61c32570fe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 name="Google Shape;170;g61c32570fe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61c32570fe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g61c32570fe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6206bf891a_1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g6206bf891a_1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62066006f0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g62066006f0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62066006f0_0_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g62066006f0_0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62066006f0_0_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62066006f0_0_10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g62066006f0_0_10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62066006f0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62066006f0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62066006f0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g62066006f0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62066006f0_0_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62066006f0_0_9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g62066006f0_0_9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62066006f0_0_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g62066006f0_0_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62066006f0_0_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g62066006f0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62066006f0_0_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g62066006f0_0_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61c32570f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g61c32570fe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62066006f0_0_1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62066006f0_0_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0" name="Google Shape;30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8" name="Google Shape;30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6" name="Google Shape;31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6"/>
        <p:cNvGrpSpPr/>
        <p:nvPr/>
      </p:nvGrpSpPr>
      <p:grpSpPr>
        <a:xfrm>
          <a:off x="0" y="0"/>
          <a:ext cx="0" cy="0"/>
          <a:chOff x="0" y="0"/>
          <a:chExt cx="0" cy="0"/>
        </a:xfrm>
      </p:grpSpPr>
      <p:sp>
        <p:nvSpPr>
          <p:cNvPr id="17" name="Google Shape;17;p18"/>
          <p:cNvSpPr/>
          <p:nvPr/>
        </p:nvSpPr>
        <p:spPr>
          <a:xfrm>
            <a:off x="0" y="0"/>
            <a:ext cx="12192000" cy="4572000"/>
          </a:xfrm>
          <a:prstGeom prst="rect">
            <a:avLst/>
          </a:prstGeom>
          <a:solidFill>
            <a:srgbClr val="1482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18"/>
          <p:cNvSpPr/>
          <p:nvPr/>
        </p:nvSpPr>
        <p:spPr>
          <a:xfrm>
            <a:off x="-1" y="0"/>
            <a:ext cx="12192000" cy="4572001"/>
          </a:xfrm>
          <a:custGeom>
            <a:avLst/>
            <a:gdLst/>
            <a:ahLst/>
            <a:cxnLst/>
            <a:rect l="l" t="t" r="r" b="b"/>
            <a:pathLst>
              <a:path w="12192000" h="4572001" extrusionOk="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8"/>
          <p:cNvSpPr txBox="1">
            <a:spLocks noGrp="1"/>
          </p:cNvSpPr>
          <p:nvPr>
            <p:ph type="ctrTitle"/>
          </p:nvPr>
        </p:nvSpPr>
        <p:spPr>
          <a:xfrm>
            <a:off x="457200" y="4960137"/>
            <a:ext cx="7772400" cy="1463100"/>
          </a:xfrm>
          <a:prstGeom prst="rect">
            <a:avLst/>
          </a:prstGeom>
          <a:noFill/>
          <a:ln>
            <a:noFill/>
          </a:ln>
        </p:spPr>
        <p:txBody>
          <a:bodyPr spcFirstLastPara="1" wrap="square" lIns="91425" tIns="45700" rIns="91425" bIns="45700" anchor="ctr" anchorCtr="0">
            <a:noAutofit/>
          </a:bodyPr>
          <a:lstStyle>
            <a:lvl1pPr lvl="0" algn="r">
              <a:lnSpc>
                <a:spcPct val="80000"/>
              </a:lnSpc>
              <a:spcBef>
                <a:spcPts val="0"/>
              </a:spcBef>
              <a:spcAft>
                <a:spcPts val="0"/>
              </a:spcAft>
              <a:buClr>
                <a:srgbClr val="0C0C0C"/>
              </a:buClr>
              <a:buSzPts val="5000"/>
              <a:buFont typeface="Twentieth Century"/>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8"/>
          <p:cNvSpPr txBox="1">
            <a:spLocks noGrp="1"/>
          </p:cNvSpPr>
          <p:nvPr>
            <p:ph type="subTitle" idx="1"/>
          </p:nvPr>
        </p:nvSpPr>
        <p:spPr>
          <a:xfrm>
            <a:off x="8610600" y="4960137"/>
            <a:ext cx="3200400" cy="1463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sz="1800">
                <a:solidFill>
                  <a:srgbClr val="0C0C0C"/>
                </a:solidFill>
              </a:defRPr>
            </a:lvl1pPr>
            <a:lvl2pPr lvl="1" algn="ctr">
              <a:lnSpc>
                <a:spcPct val="90000"/>
              </a:lnSpc>
              <a:spcBef>
                <a:spcPts val="200"/>
              </a:spcBef>
              <a:spcAft>
                <a:spcPts val="0"/>
              </a:spcAft>
              <a:buSzPts val="1800"/>
              <a:buNone/>
              <a:defRPr sz="18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800"/>
              <a:buNone/>
              <a:defRPr sz="1800"/>
            </a:lvl4pPr>
            <a:lvl5pPr lvl="4" algn="ctr">
              <a:lnSpc>
                <a:spcPct val="90000"/>
              </a:lnSpc>
              <a:spcBef>
                <a:spcPts val="400"/>
              </a:spcBef>
              <a:spcAft>
                <a:spcPts val="0"/>
              </a:spcAft>
              <a:buSzPts val="1800"/>
              <a:buNone/>
              <a:defRPr sz="1800"/>
            </a:lvl5pPr>
            <a:lvl6pPr lvl="5" algn="ctr">
              <a:lnSpc>
                <a:spcPct val="90000"/>
              </a:lnSpc>
              <a:spcBef>
                <a:spcPts val="400"/>
              </a:spcBef>
              <a:spcAft>
                <a:spcPts val="0"/>
              </a:spcAft>
              <a:buSzPts val="1800"/>
              <a:buNone/>
              <a:defRPr sz="1800"/>
            </a:lvl6pPr>
            <a:lvl7pPr lvl="6" algn="ctr">
              <a:lnSpc>
                <a:spcPct val="90000"/>
              </a:lnSpc>
              <a:spcBef>
                <a:spcPts val="400"/>
              </a:spcBef>
              <a:spcAft>
                <a:spcPts val="0"/>
              </a:spcAft>
              <a:buSzPts val="1800"/>
              <a:buNone/>
              <a:defRPr sz="1800"/>
            </a:lvl7pPr>
            <a:lvl8pPr lvl="7" algn="ctr">
              <a:lnSpc>
                <a:spcPct val="90000"/>
              </a:lnSpc>
              <a:spcBef>
                <a:spcPts val="400"/>
              </a:spcBef>
              <a:spcAft>
                <a:spcPts val="0"/>
              </a:spcAft>
              <a:buSzPts val="1800"/>
              <a:buNone/>
              <a:defRPr sz="1800"/>
            </a:lvl8pPr>
            <a:lvl9pPr lvl="8" algn="ctr">
              <a:lnSpc>
                <a:spcPct val="90000"/>
              </a:lnSpc>
              <a:spcBef>
                <a:spcPts val="400"/>
              </a:spcBef>
              <a:spcAft>
                <a:spcPts val="400"/>
              </a:spcAft>
              <a:buSzPts val="1800"/>
              <a:buNone/>
              <a:defRPr sz="1800"/>
            </a:lvl9pPr>
          </a:lstStyle>
          <a:p>
            <a:endParaRPr/>
          </a:p>
        </p:txBody>
      </p:sp>
      <p:sp>
        <p:nvSpPr>
          <p:cNvPr id="21" name="Google Shape;21;p18"/>
          <p:cNvSpPr txBox="1">
            <a:spLocks noGrp="1"/>
          </p:cNvSpPr>
          <p:nvPr>
            <p:ph type="dt" idx="10"/>
          </p:nvPr>
        </p:nvSpPr>
        <p:spPr>
          <a:xfrm>
            <a:off x="1024129" y="6470704"/>
            <a:ext cx="2154000" cy="274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8"/>
          <p:cNvSpPr txBox="1">
            <a:spLocks noGrp="1"/>
          </p:cNvSpPr>
          <p:nvPr>
            <p:ph type="ftr" idx="11"/>
          </p:nvPr>
        </p:nvSpPr>
        <p:spPr>
          <a:xfrm>
            <a:off x="4842932" y="6470704"/>
            <a:ext cx="5901600" cy="2742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8"/>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cxnSp>
        <p:nvCxnSpPr>
          <p:cNvPr id="24" name="Google Shape;24;p18"/>
          <p:cNvCxnSpPr/>
          <p:nvPr/>
        </p:nvCxnSpPr>
        <p:spPr>
          <a:xfrm rot="10800000">
            <a:off x="8386843" y="5264106"/>
            <a:ext cx="0" cy="914400"/>
          </a:xfrm>
          <a:prstGeom prst="straightConnector1">
            <a:avLst/>
          </a:prstGeom>
          <a:noFill/>
          <a:ln w="19050" cap="flat" cmpd="sng">
            <a:solidFill>
              <a:srgbClr val="1482AB"/>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9"/>
          <p:cNvSpPr txBox="1">
            <a:spLocks noGrp="1"/>
          </p:cNvSpPr>
          <p:nvPr>
            <p:ph type="title"/>
          </p:nvPr>
        </p:nvSpPr>
        <p:spPr>
          <a:xfrm>
            <a:off x="1024128" y="585216"/>
            <a:ext cx="9720000" cy="1499700"/>
          </a:xfrm>
          <a:prstGeom prst="rect">
            <a:avLst/>
          </a:prstGeom>
          <a:noFill/>
          <a:ln>
            <a:noFill/>
          </a:ln>
        </p:spPr>
        <p:txBody>
          <a:bodyPr spcFirstLastPara="1" wrap="square" lIns="91425" tIns="45700" rIns="91425" bIns="45700" anchor="ctr" anchorCtr="0">
            <a:no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9"/>
          <p:cNvSpPr txBox="1">
            <a:spLocks noGrp="1"/>
          </p:cNvSpPr>
          <p:nvPr>
            <p:ph type="body" idx="1"/>
          </p:nvPr>
        </p:nvSpPr>
        <p:spPr>
          <a:xfrm>
            <a:off x="1024128" y="2286000"/>
            <a:ext cx="9720000" cy="4023300"/>
          </a:xfrm>
          <a:prstGeom prst="rect">
            <a:avLst/>
          </a:prstGeom>
          <a:noFill/>
          <a:ln>
            <a:noFill/>
          </a:ln>
        </p:spPr>
        <p:txBody>
          <a:bodyPr spcFirstLastPara="1" wrap="square" lIns="45700" tIns="45700" rIns="4570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8" name="Google Shape;28;p19"/>
          <p:cNvSpPr txBox="1">
            <a:spLocks noGrp="1"/>
          </p:cNvSpPr>
          <p:nvPr>
            <p:ph type="dt" idx="10"/>
          </p:nvPr>
        </p:nvSpPr>
        <p:spPr>
          <a:xfrm>
            <a:off x="1024129" y="6470704"/>
            <a:ext cx="2154000" cy="274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9"/>
          <p:cNvSpPr txBox="1">
            <a:spLocks noGrp="1"/>
          </p:cNvSpPr>
          <p:nvPr>
            <p:ph type="ftr" idx="11"/>
          </p:nvPr>
        </p:nvSpPr>
        <p:spPr>
          <a:xfrm>
            <a:off x="4842932" y="6470704"/>
            <a:ext cx="5901600" cy="2742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9"/>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20"/>
          <p:cNvSpPr txBox="1">
            <a:spLocks noGrp="1"/>
          </p:cNvSpPr>
          <p:nvPr>
            <p:ph type="title"/>
          </p:nvPr>
        </p:nvSpPr>
        <p:spPr>
          <a:xfrm>
            <a:off x="1024128" y="585216"/>
            <a:ext cx="9720000" cy="1499700"/>
          </a:xfrm>
          <a:prstGeom prst="rect">
            <a:avLst/>
          </a:prstGeom>
          <a:noFill/>
          <a:ln>
            <a:noFill/>
          </a:ln>
        </p:spPr>
        <p:txBody>
          <a:bodyPr spcFirstLastPara="1" wrap="square" lIns="91425" tIns="45700" rIns="91425" bIns="45700" anchor="ctr" anchorCtr="0">
            <a:no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0"/>
          <p:cNvSpPr txBox="1">
            <a:spLocks noGrp="1"/>
          </p:cNvSpPr>
          <p:nvPr>
            <p:ph type="body" idx="1"/>
          </p:nvPr>
        </p:nvSpPr>
        <p:spPr>
          <a:xfrm>
            <a:off x="1024127" y="2286000"/>
            <a:ext cx="4755000" cy="4023300"/>
          </a:xfrm>
          <a:prstGeom prst="rect">
            <a:avLst/>
          </a:prstGeom>
          <a:noFill/>
          <a:ln>
            <a:noFill/>
          </a:ln>
        </p:spPr>
        <p:txBody>
          <a:bodyPr spcFirstLastPara="1" wrap="square" lIns="45700" tIns="45700" rIns="4570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4" name="Google Shape;34;p20"/>
          <p:cNvSpPr txBox="1">
            <a:spLocks noGrp="1"/>
          </p:cNvSpPr>
          <p:nvPr>
            <p:ph type="body" idx="2"/>
          </p:nvPr>
        </p:nvSpPr>
        <p:spPr>
          <a:xfrm>
            <a:off x="5989320" y="2286000"/>
            <a:ext cx="4755000" cy="4023300"/>
          </a:xfrm>
          <a:prstGeom prst="rect">
            <a:avLst/>
          </a:prstGeom>
          <a:noFill/>
          <a:ln>
            <a:noFill/>
          </a:ln>
        </p:spPr>
        <p:txBody>
          <a:bodyPr spcFirstLastPara="1" wrap="square" lIns="45700" tIns="45700" rIns="4570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5" name="Google Shape;35;p20"/>
          <p:cNvSpPr txBox="1">
            <a:spLocks noGrp="1"/>
          </p:cNvSpPr>
          <p:nvPr>
            <p:ph type="dt" idx="10"/>
          </p:nvPr>
        </p:nvSpPr>
        <p:spPr>
          <a:xfrm>
            <a:off x="1024129" y="6470704"/>
            <a:ext cx="2154000" cy="274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ftr" idx="11"/>
          </p:nvPr>
        </p:nvSpPr>
        <p:spPr>
          <a:xfrm>
            <a:off x="4842932" y="6470704"/>
            <a:ext cx="5901600" cy="2742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0"/>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8"/>
        <p:cNvGrpSpPr/>
        <p:nvPr/>
      </p:nvGrpSpPr>
      <p:grpSpPr>
        <a:xfrm>
          <a:off x="0" y="0"/>
          <a:ext cx="0" cy="0"/>
          <a:chOff x="0" y="0"/>
          <a:chExt cx="0" cy="0"/>
        </a:xfrm>
      </p:grpSpPr>
      <p:sp>
        <p:nvSpPr>
          <p:cNvPr id="39" name="Google Shape;39;p21"/>
          <p:cNvSpPr/>
          <p:nvPr/>
        </p:nvSpPr>
        <p:spPr>
          <a:xfrm>
            <a:off x="0" y="0"/>
            <a:ext cx="12192000" cy="4572000"/>
          </a:xfrm>
          <a:prstGeom prst="rect">
            <a:avLst/>
          </a:prstGeom>
          <a:solidFill>
            <a:srgbClr val="1D9AA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21"/>
          <p:cNvSpPr/>
          <p:nvPr/>
        </p:nvSpPr>
        <p:spPr>
          <a:xfrm>
            <a:off x="-1" y="0"/>
            <a:ext cx="12192000" cy="4572001"/>
          </a:xfrm>
          <a:custGeom>
            <a:avLst/>
            <a:gdLst/>
            <a:ahLst/>
            <a:cxnLst/>
            <a:rect l="l" t="t" r="r" b="b"/>
            <a:pathLst>
              <a:path w="12192000" h="4572001" extrusionOk="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21"/>
          <p:cNvSpPr txBox="1">
            <a:spLocks noGrp="1"/>
          </p:cNvSpPr>
          <p:nvPr>
            <p:ph type="title"/>
          </p:nvPr>
        </p:nvSpPr>
        <p:spPr>
          <a:xfrm>
            <a:off x="457200" y="4960137"/>
            <a:ext cx="7772400" cy="1463100"/>
          </a:xfrm>
          <a:prstGeom prst="rect">
            <a:avLst/>
          </a:prstGeom>
          <a:noFill/>
          <a:ln>
            <a:noFill/>
          </a:ln>
        </p:spPr>
        <p:txBody>
          <a:bodyPr spcFirstLastPara="1" wrap="square" lIns="91425" tIns="45700" rIns="91425" bIns="45700" anchor="ctr" anchorCtr="0">
            <a:noAutofit/>
          </a:bodyPr>
          <a:lstStyle>
            <a:lvl1pPr lvl="0" algn="r">
              <a:lnSpc>
                <a:spcPct val="80000"/>
              </a:lnSpc>
              <a:spcBef>
                <a:spcPts val="0"/>
              </a:spcBef>
              <a:spcAft>
                <a:spcPts val="0"/>
              </a:spcAft>
              <a:buClr>
                <a:srgbClr val="0C0C0C"/>
              </a:buClr>
              <a:buSzPts val="5000"/>
              <a:buFont typeface="Twentieth Century"/>
              <a:buNone/>
              <a:defRPr sz="50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8610600" y="4960137"/>
            <a:ext cx="3200400" cy="14631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SzPts val="1800"/>
              <a:buNone/>
              <a:defRPr sz="1800">
                <a:solidFill>
                  <a:srgbClr val="0C0C0C"/>
                </a:solidFill>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43" name="Google Shape;43;p21"/>
          <p:cNvSpPr txBox="1">
            <a:spLocks noGrp="1"/>
          </p:cNvSpPr>
          <p:nvPr>
            <p:ph type="dt" idx="10"/>
          </p:nvPr>
        </p:nvSpPr>
        <p:spPr>
          <a:xfrm>
            <a:off x="1024129" y="6470704"/>
            <a:ext cx="2154000" cy="274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1"/>
          <p:cNvSpPr txBox="1">
            <a:spLocks noGrp="1"/>
          </p:cNvSpPr>
          <p:nvPr>
            <p:ph type="ftr" idx="11"/>
          </p:nvPr>
        </p:nvSpPr>
        <p:spPr>
          <a:xfrm>
            <a:off x="4842932" y="6470704"/>
            <a:ext cx="5901600" cy="2742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1"/>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cxnSp>
        <p:nvCxnSpPr>
          <p:cNvPr id="46" name="Google Shape;46;p21"/>
          <p:cNvCxnSpPr/>
          <p:nvPr/>
        </p:nvCxnSpPr>
        <p:spPr>
          <a:xfrm rot="10800000">
            <a:off x="8386843" y="5264106"/>
            <a:ext cx="0" cy="914400"/>
          </a:xfrm>
          <a:prstGeom prst="straightConnector1">
            <a:avLst/>
          </a:prstGeom>
          <a:noFill/>
          <a:ln w="19050" cap="flat" cmpd="sng">
            <a:solidFill>
              <a:srgbClr val="1482AB"/>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22"/>
          <p:cNvSpPr txBox="1">
            <a:spLocks noGrp="1"/>
          </p:cNvSpPr>
          <p:nvPr>
            <p:ph type="title"/>
          </p:nvPr>
        </p:nvSpPr>
        <p:spPr>
          <a:xfrm>
            <a:off x="1024128" y="585216"/>
            <a:ext cx="9720000" cy="1499700"/>
          </a:xfrm>
          <a:prstGeom prst="rect">
            <a:avLst/>
          </a:prstGeom>
          <a:noFill/>
          <a:ln>
            <a:noFill/>
          </a:ln>
        </p:spPr>
        <p:txBody>
          <a:bodyPr spcFirstLastPara="1" wrap="square" lIns="91425" tIns="45700" rIns="91425" bIns="45700" anchor="ctr" anchorCtr="0">
            <a:no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2"/>
          <p:cNvSpPr txBox="1">
            <a:spLocks noGrp="1"/>
          </p:cNvSpPr>
          <p:nvPr>
            <p:ph type="body" idx="1"/>
          </p:nvPr>
        </p:nvSpPr>
        <p:spPr>
          <a:xfrm>
            <a:off x="1024128" y="2179636"/>
            <a:ext cx="4755000" cy="822900"/>
          </a:xfrm>
          <a:prstGeom prst="rect">
            <a:avLst/>
          </a:prstGeom>
          <a:noFill/>
          <a:ln>
            <a:noFill/>
          </a:ln>
        </p:spPr>
        <p:txBody>
          <a:bodyPr spcFirstLastPara="1" wrap="square" lIns="137150" tIns="45700" rIns="137150" bIns="45700" anchor="ctr" anchorCtr="0">
            <a:noAutofit/>
          </a:bodyPr>
          <a:lstStyle>
            <a:lvl1pPr marL="457200" lvl="0" indent="-228600" algn="l">
              <a:lnSpc>
                <a:spcPct val="90000"/>
              </a:lnSpc>
              <a:spcBef>
                <a:spcPts val="0"/>
              </a:spcBef>
              <a:spcAft>
                <a:spcPts val="0"/>
              </a:spcAft>
              <a:buSzPts val="2300"/>
              <a:buNone/>
              <a:defRPr sz="2300" b="0" cap="none">
                <a:solidFill>
                  <a:schemeClr val="accent1"/>
                </a:solidFill>
                <a:latin typeface="Twentieth Century"/>
                <a:ea typeface="Twentieth Century"/>
                <a:cs typeface="Twentieth Century"/>
                <a:sym typeface="Twentieth Century"/>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0" name="Google Shape;50;p22"/>
          <p:cNvSpPr txBox="1">
            <a:spLocks noGrp="1"/>
          </p:cNvSpPr>
          <p:nvPr>
            <p:ph type="body" idx="2"/>
          </p:nvPr>
        </p:nvSpPr>
        <p:spPr>
          <a:xfrm>
            <a:off x="1024128" y="2967788"/>
            <a:ext cx="4755000" cy="3341700"/>
          </a:xfrm>
          <a:prstGeom prst="rect">
            <a:avLst/>
          </a:prstGeom>
          <a:noFill/>
          <a:ln>
            <a:noFill/>
          </a:ln>
        </p:spPr>
        <p:txBody>
          <a:bodyPr spcFirstLastPara="1" wrap="square" lIns="45700" tIns="45700" rIns="4570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1" name="Google Shape;51;p22"/>
          <p:cNvSpPr txBox="1">
            <a:spLocks noGrp="1"/>
          </p:cNvSpPr>
          <p:nvPr>
            <p:ph type="body" idx="3"/>
          </p:nvPr>
        </p:nvSpPr>
        <p:spPr>
          <a:xfrm>
            <a:off x="5990888" y="2179636"/>
            <a:ext cx="4755000" cy="822900"/>
          </a:xfrm>
          <a:prstGeom prst="rect">
            <a:avLst/>
          </a:prstGeom>
          <a:noFill/>
          <a:ln>
            <a:noFill/>
          </a:ln>
        </p:spPr>
        <p:txBody>
          <a:bodyPr spcFirstLastPara="1" wrap="square" lIns="137150" tIns="45700" rIns="137150" bIns="45700" anchor="ctr" anchorCtr="0">
            <a:noAutofit/>
          </a:bodyPr>
          <a:lstStyle>
            <a:lvl1pPr marL="457200" lvl="0" indent="-228600" algn="l">
              <a:lnSpc>
                <a:spcPct val="90000"/>
              </a:lnSpc>
              <a:spcBef>
                <a:spcPts val="0"/>
              </a:spcBef>
              <a:spcAft>
                <a:spcPts val="0"/>
              </a:spcAft>
              <a:buSzPts val="2300"/>
              <a:buNone/>
              <a:defRPr sz="2300" b="0" cap="none">
                <a:solidFill>
                  <a:schemeClr val="accent1"/>
                </a:solidFill>
                <a:latin typeface="Twentieth Century"/>
                <a:ea typeface="Twentieth Century"/>
                <a:cs typeface="Twentieth Century"/>
                <a:sym typeface="Twentieth Century"/>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2" name="Google Shape;52;p22"/>
          <p:cNvSpPr txBox="1">
            <a:spLocks noGrp="1"/>
          </p:cNvSpPr>
          <p:nvPr>
            <p:ph type="body" idx="4"/>
          </p:nvPr>
        </p:nvSpPr>
        <p:spPr>
          <a:xfrm>
            <a:off x="5990888" y="2967788"/>
            <a:ext cx="4755000" cy="3341700"/>
          </a:xfrm>
          <a:prstGeom prst="rect">
            <a:avLst/>
          </a:prstGeom>
          <a:noFill/>
          <a:ln>
            <a:noFill/>
          </a:ln>
        </p:spPr>
        <p:txBody>
          <a:bodyPr spcFirstLastPara="1" wrap="square" lIns="45700" tIns="45700" rIns="4570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3" name="Google Shape;53;p22"/>
          <p:cNvSpPr txBox="1">
            <a:spLocks noGrp="1"/>
          </p:cNvSpPr>
          <p:nvPr>
            <p:ph type="dt" idx="10"/>
          </p:nvPr>
        </p:nvSpPr>
        <p:spPr>
          <a:xfrm>
            <a:off x="1024129" y="6470704"/>
            <a:ext cx="2154000" cy="274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ftr" idx="11"/>
          </p:nvPr>
        </p:nvSpPr>
        <p:spPr>
          <a:xfrm>
            <a:off x="4842932" y="6470704"/>
            <a:ext cx="5901600" cy="2742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23"/>
          <p:cNvSpPr txBox="1">
            <a:spLocks noGrp="1"/>
          </p:cNvSpPr>
          <p:nvPr>
            <p:ph type="title"/>
          </p:nvPr>
        </p:nvSpPr>
        <p:spPr>
          <a:xfrm>
            <a:off x="1024128" y="585216"/>
            <a:ext cx="9720000" cy="1499700"/>
          </a:xfrm>
          <a:prstGeom prst="rect">
            <a:avLst/>
          </a:prstGeom>
          <a:noFill/>
          <a:ln>
            <a:noFill/>
          </a:ln>
        </p:spPr>
        <p:txBody>
          <a:bodyPr spcFirstLastPara="1" wrap="square" lIns="91425" tIns="45700" rIns="91425" bIns="45700" anchor="ctr" anchorCtr="0">
            <a:no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3"/>
          <p:cNvSpPr txBox="1">
            <a:spLocks noGrp="1"/>
          </p:cNvSpPr>
          <p:nvPr>
            <p:ph type="dt" idx="10"/>
          </p:nvPr>
        </p:nvSpPr>
        <p:spPr>
          <a:xfrm>
            <a:off x="1024129" y="6470704"/>
            <a:ext cx="2154000" cy="274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4842932" y="6470704"/>
            <a:ext cx="5901600" cy="2742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1"/>
        <p:cNvGrpSpPr/>
        <p:nvPr/>
      </p:nvGrpSpPr>
      <p:grpSpPr>
        <a:xfrm>
          <a:off x="0" y="0"/>
          <a:ext cx="0" cy="0"/>
          <a:chOff x="0" y="0"/>
          <a:chExt cx="0" cy="0"/>
        </a:xfrm>
      </p:grpSpPr>
      <p:sp>
        <p:nvSpPr>
          <p:cNvPr id="62" name="Google Shape;62;p24"/>
          <p:cNvSpPr txBox="1">
            <a:spLocks noGrp="1"/>
          </p:cNvSpPr>
          <p:nvPr>
            <p:ph type="dt" idx="10"/>
          </p:nvPr>
        </p:nvSpPr>
        <p:spPr>
          <a:xfrm>
            <a:off x="1024129" y="6470704"/>
            <a:ext cx="2154000" cy="274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4"/>
          <p:cNvSpPr txBox="1">
            <a:spLocks noGrp="1"/>
          </p:cNvSpPr>
          <p:nvPr>
            <p:ph type="ftr" idx="11"/>
          </p:nvPr>
        </p:nvSpPr>
        <p:spPr>
          <a:xfrm>
            <a:off x="4842932" y="6470704"/>
            <a:ext cx="5901600" cy="2742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4"/>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25"/>
          <p:cNvSpPr txBox="1">
            <a:spLocks noGrp="1"/>
          </p:cNvSpPr>
          <p:nvPr>
            <p:ph type="title"/>
          </p:nvPr>
        </p:nvSpPr>
        <p:spPr>
          <a:xfrm>
            <a:off x="1024128" y="471509"/>
            <a:ext cx="4389000" cy="1737300"/>
          </a:xfrm>
          <a:prstGeom prst="rect">
            <a:avLst/>
          </a:prstGeom>
          <a:noFill/>
          <a:ln>
            <a:noFill/>
          </a:ln>
        </p:spPr>
        <p:txBody>
          <a:bodyPr spcFirstLastPara="1" wrap="square" lIns="91425" tIns="45700" rIns="91425" bIns="45700" anchor="ctr" anchorCtr="0">
            <a:noAutofit/>
          </a:bodyPr>
          <a:lstStyle>
            <a:lvl1pPr lvl="0" algn="l">
              <a:lnSpc>
                <a:spcPct val="80000"/>
              </a:lnSpc>
              <a:spcBef>
                <a:spcPts val="0"/>
              </a:spcBef>
              <a:spcAft>
                <a:spcPts val="0"/>
              </a:spcAft>
              <a:buClr>
                <a:srgbClr val="0C0C0C"/>
              </a:buClr>
              <a:buSzPts val="4000"/>
              <a:buFont typeface="Twentieth Century"/>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5"/>
          <p:cNvSpPr txBox="1">
            <a:spLocks noGrp="1"/>
          </p:cNvSpPr>
          <p:nvPr>
            <p:ph type="body" idx="1"/>
          </p:nvPr>
        </p:nvSpPr>
        <p:spPr>
          <a:xfrm>
            <a:off x="5715000" y="822960"/>
            <a:ext cx="5678400" cy="5184600"/>
          </a:xfrm>
          <a:prstGeom prst="rect">
            <a:avLst/>
          </a:prstGeom>
          <a:noFill/>
          <a:ln>
            <a:noFill/>
          </a:ln>
        </p:spPr>
        <p:txBody>
          <a:bodyPr spcFirstLastPara="1" wrap="square" lIns="45700" tIns="45700" rIns="45700" bIns="45700" anchor="t" anchorCtr="0">
            <a:noAutofit/>
          </a:bodyPr>
          <a:lstStyle>
            <a:lvl1pPr marL="457200" lvl="0" indent="-381000" algn="l">
              <a:lnSpc>
                <a:spcPct val="90000"/>
              </a:lnSpc>
              <a:spcBef>
                <a:spcPts val="1200"/>
              </a:spcBef>
              <a:spcAft>
                <a:spcPts val="0"/>
              </a:spcAft>
              <a:buSzPts val="2400"/>
              <a:buChar char=" "/>
              <a:defRPr sz="2400"/>
            </a:lvl1pPr>
            <a:lvl2pPr marL="914400" lvl="1" indent="-355600" algn="l">
              <a:lnSpc>
                <a:spcPct val="90000"/>
              </a:lnSpc>
              <a:spcBef>
                <a:spcPts val="200"/>
              </a:spcBef>
              <a:spcAft>
                <a:spcPts val="0"/>
              </a:spcAft>
              <a:buSzPts val="2000"/>
              <a:buChar char="?"/>
              <a:defRPr sz="2000"/>
            </a:lvl2pPr>
            <a:lvl3pPr marL="1371600" lvl="2" indent="-330200" algn="l">
              <a:lnSpc>
                <a:spcPct val="90000"/>
              </a:lnSpc>
              <a:spcBef>
                <a:spcPts val="400"/>
              </a:spcBef>
              <a:spcAft>
                <a:spcPts val="0"/>
              </a:spcAft>
              <a:buSzPts val="1600"/>
              <a:buChar char="?"/>
              <a:defRPr sz="1600"/>
            </a:lvl3pPr>
            <a:lvl4pPr marL="1828800" lvl="3" indent="-330200" algn="l">
              <a:lnSpc>
                <a:spcPct val="90000"/>
              </a:lnSpc>
              <a:spcBef>
                <a:spcPts val="400"/>
              </a:spcBef>
              <a:spcAft>
                <a:spcPts val="0"/>
              </a:spcAft>
              <a:buSzPts val="1600"/>
              <a:buChar char="?"/>
              <a:defRPr sz="1600"/>
            </a:lvl4pPr>
            <a:lvl5pPr marL="2286000" lvl="4" indent="-330200" algn="l">
              <a:lnSpc>
                <a:spcPct val="90000"/>
              </a:lnSpc>
              <a:spcBef>
                <a:spcPts val="400"/>
              </a:spcBef>
              <a:spcAft>
                <a:spcPts val="0"/>
              </a:spcAft>
              <a:buSzPts val="1600"/>
              <a:buChar char="?"/>
              <a:defRPr sz="1600"/>
            </a:lvl5pPr>
            <a:lvl6pPr marL="2743200" lvl="5" indent="-330200" algn="l">
              <a:lnSpc>
                <a:spcPct val="90000"/>
              </a:lnSpc>
              <a:spcBef>
                <a:spcPts val="400"/>
              </a:spcBef>
              <a:spcAft>
                <a:spcPts val="0"/>
              </a:spcAft>
              <a:buSzPts val="1600"/>
              <a:buChar char="?"/>
              <a:defRPr sz="1600"/>
            </a:lvl6pPr>
            <a:lvl7pPr marL="3200400" lvl="6" indent="-330200" algn="l">
              <a:lnSpc>
                <a:spcPct val="90000"/>
              </a:lnSpc>
              <a:spcBef>
                <a:spcPts val="400"/>
              </a:spcBef>
              <a:spcAft>
                <a:spcPts val="0"/>
              </a:spcAft>
              <a:buSzPts val="1600"/>
              <a:buChar char="?"/>
              <a:defRPr sz="1600"/>
            </a:lvl7pPr>
            <a:lvl8pPr marL="3657600" lvl="7" indent="-330200" algn="l">
              <a:lnSpc>
                <a:spcPct val="90000"/>
              </a:lnSpc>
              <a:spcBef>
                <a:spcPts val="400"/>
              </a:spcBef>
              <a:spcAft>
                <a:spcPts val="0"/>
              </a:spcAft>
              <a:buSzPts val="1600"/>
              <a:buChar char="?"/>
              <a:defRPr sz="1600"/>
            </a:lvl8pPr>
            <a:lvl9pPr marL="4114800" lvl="8" indent="-330200" algn="l">
              <a:lnSpc>
                <a:spcPct val="90000"/>
              </a:lnSpc>
              <a:spcBef>
                <a:spcPts val="400"/>
              </a:spcBef>
              <a:spcAft>
                <a:spcPts val="400"/>
              </a:spcAft>
              <a:buSzPts val="1600"/>
              <a:buChar char="?"/>
              <a:defRPr sz="1600"/>
            </a:lvl9pPr>
          </a:lstStyle>
          <a:p>
            <a:endParaRPr/>
          </a:p>
        </p:txBody>
      </p:sp>
      <p:sp>
        <p:nvSpPr>
          <p:cNvPr id="68" name="Google Shape;68;p25"/>
          <p:cNvSpPr txBox="1">
            <a:spLocks noGrp="1"/>
          </p:cNvSpPr>
          <p:nvPr>
            <p:ph type="body" idx="2"/>
          </p:nvPr>
        </p:nvSpPr>
        <p:spPr>
          <a:xfrm>
            <a:off x="1024128" y="2257506"/>
            <a:ext cx="4389000" cy="3762300"/>
          </a:xfrm>
          <a:prstGeom prst="rect">
            <a:avLst/>
          </a:prstGeom>
          <a:noFill/>
          <a:ln>
            <a:noFill/>
          </a:ln>
        </p:spPr>
        <p:txBody>
          <a:bodyPr spcFirstLastPara="1" wrap="square" lIns="91425" tIns="45700" rIns="91425" bIns="45700" anchor="t" anchorCtr="0">
            <a:noAutofit/>
          </a:bodyPr>
          <a:lstStyle>
            <a:lvl1pPr marL="457200" lvl="0" indent="-228600" algn="l">
              <a:lnSpc>
                <a:spcPct val="108000"/>
              </a:lnSpc>
              <a:spcBef>
                <a:spcPts val="600"/>
              </a:spcBef>
              <a:spcAft>
                <a:spcPts val="0"/>
              </a:spcAft>
              <a:buSzPts val="1600"/>
              <a:buNone/>
              <a:defRPr sz="1600"/>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69" name="Google Shape;69;p25"/>
          <p:cNvSpPr txBox="1">
            <a:spLocks noGrp="1"/>
          </p:cNvSpPr>
          <p:nvPr>
            <p:ph type="dt" idx="10"/>
          </p:nvPr>
        </p:nvSpPr>
        <p:spPr>
          <a:xfrm>
            <a:off x="1024129" y="6470704"/>
            <a:ext cx="2154000" cy="274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
          <p:cNvSpPr txBox="1">
            <a:spLocks noGrp="1"/>
          </p:cNvSpPr>
          <p:nvPr>
            <p:ph type="ftr" idx="11"/>
          </p:nvPr>
        </p:nvSpPr>
        <p:spPr>
          <a:xfrm>
            <a:off x="4842932" y="6470704"/>
            <a:ext cx="5901600" cy="2742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5"/>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2"/>
        <p:cNvGrpSpPr/>
        <p:nvPr/>
      </p:nvGrpSpPr>
      <p:grpSpPr>
        <a:xfrm>
          <a:off x="0" y="0"/>
          <a:ext cx="0" cy="0"/>
          <a:chOff x="0" y="0"/>
          <a:chExt cx="0" cy="0"/>
        </a:xfrm>
      </p:grpSpPr>
      <p:sp>
        <p:nvSpPr>
          <p:cNvPr id="73" name="Google Shape;73;p26"/>
          <p:cNvSpPr txBox="1">
            <a:spLocks noGrp="1"/>
          </p:cNvSpPr>
          <p:nvPr>
            <p:ph type="title"/>
          </p:nvPr>
        </p:nvSpPr>
        <p:spPr>
          <a:xfrm>
            <a:off x="457200" y="4960138"/>
            <a:ext cx="7772400" cy="1463100"/>
          </a:xfrm>
          <a:prstGeom prst="rect">
            <a:avLst/>
          </a:prstGeom>
          <a:noFill/>
          <a:ln>
            <a:noFill/>
          </a:ln>
        </p:spPr>
        <p:txBody>
          <a:bodyPr spcFirstLastPara="1" wrap="square" lIns="91425" tIns="45700" rIns="91425" bIns="45700" anchor="ctr" anchorCtr="0">
            <a:noAutofit/>
          </a:bodyPr>
          <a:lstStyle>
            <a:lvl1pPr lvl="0" algn="r">
              <a:lnSpc>
                <a:spcPct val="80000"/>
              </a:lnSpc>
              <a:spcBef>
                <a:spcPts val="0"/>
              </a:spcBef>
              <a:spcAft>
                <a:spcPts val="0"/>
              </a:spcAft>
              <a:buClr>
                <a:srgbClr val="0C0C0C"/>
              </a:buClr>
              <a:buSzPts val="5000"/>
              <a:buFont typeface="Twentieth Century"/>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6"/>
          <p:cNvSpPr>
            <a:spLocks noGrp="1"/>
          </p:cNvSpPr>
          <p:nvPr>
            <p:ph type="pic" idx="2"/>
          </p:nvPr>
        </p:nvSpPr>
        <p:spPr>
          <a:xfrm>
            <a:off x="0" y="-1"/>
            <a:ext cx="12189001" cy="4572000"/>
          </a:xfrm>
          <a:prstGeom prst="rect">
            <a:avLst/>
          </a:prstGeom>
          <a:solidFill>
            <a:srgbClr val="76CEEF"/>
          </a:solidFill>
          <a:ln>
            <a:noFill/>
          </a:ln>
        </p:spPr>
        <p:txBody>
          <a:bodyPr spcFirstLastPara="1" wrap="square" lIns="457200" tIns="365750" rIns="45700" bIns="45700" anchor="t" anchorCtr="0">
            <a:noAutofit/>
          </a:bodyPr>
          <a:lstStyle>
            <a:lvl1pPr marR="0" lvl="0" algn="l" rtl="0">
              <a:lnSpc>
                <a:spcPct val="90000"/>
              </a:lnSpc>
              <a:spcBef>
                <a:spcPts val="1200"/>
              </a:spcBef>
              <a:spcAft>
                <a:spcPts val="0"/>
              </a:spcAft>
              <a:buClr>
                <a:schemeClr val="accent1"/>
              </a:buClr>
              <a:buSzPts val="3200"/>
              <a:buFont typeface="Twentieth Century"/>
              <a:buNone/>
              <a:defRPr sz="3200" b="0" i="0" u="none" strike="noStrike" cap="none">
                <a:solidFill>
                  <a:schemeClr val="dk1"/>
                </a:solidFill>
                <a:latin typeface="Twentieth Century"/>
                <a:ea typeface="Twentieth Century"/>
                <a:cs typeface="Twentieth Century"/>
                <a:sym typeface="Twentieth Century"/>
              </a:defRPr>
            </a:lvl1pPr>
            <a:lvl2pPr marR="0" lvl="1" algn="l" rtl="0">
              <a:lnSpc>
                <a:spcPct val="90000"/>
              </a:lnSpc>
              <a:spcBef>
                <a:spcPts val="200"/>
              </a:spcBef>
              <a:spcAft>
                <a:spcPts val="0"/>
              </a:spcAft>
              <a:buClr>
                <a:schemeClr val="accent1"/>
              </a:buClr>
              <a:buSzPts val="2800"/>
              <a:buFont typeface="Noto Sans Symbols"/>
              <a:buNone/>
              <a:defRPr sz="2800" b="0" i="0" u="none" strike="noStrike" cap="none">
                <a:solidFill>
                  <a:schemeClr val="dk1"/>
                </a:solidFill>
                <a:latin typeface="Twentieth Century"/>
                <a:ea typeface="Twentieth Century"/>
                <a:cs typeface="Twentieth Century"/>
                <a:sym typeface="Twentieth Century"/>
              </a:defRPr>
            </a:lvl2pPr>
            <a:lvl3pPr marR="0" lvl="2" algn="l" rtl="0">
              <a:lnSpc>
                <a:spcPct val="90000"/>
              </a:lnSpc>
              <a:spcBef>
                <a:spcPts val="400"/>
              </a:spcBef>
              <a:spcAft>
                <a:spcPts val="0"/>
              </a:spcAft>
              <a:buClr>
                <a:schemeClr val="accent1"/>
              </a:buClr>
              <a:buSzPts val="2400"/>
              <a:buFont typeface="Noto Sans Symbols"/>
              <a:buNone/>
              <a:defRPr sz="2400" b="0" i="0" u="none" strike="noStrike" cap="none">
                <a:solidFill>
                  <a:schemeClr val="dk1"/>
                </a:solidFill>
                <a:latin typeface="Twentieth Century"/>
                <a:ea typeface="Twentieth Century"/>
                <a:cs typeface="Twentieth Century"/>
                <a:sym typeface="Twentieth Century"/>
              </a:defRPr>
            </a:lvl3pPr>
            <a:lvl4pPr marR="0" lvl="3" algn="l" rtl="0">
              <a:lnSpc>
                <a:spcPct val="90000"/>
              </a:lnSpc>
              <a:spcBef>
                <a:spcPts val="400"/>
              </a:spcBef>
              <a:spcAft>
                <a:spcPts val="0"/>
              </a:spcAft>
              <a:buClr>
                <a:schemeClr val="accent1"/>
              </a:buClr>
              <a:buSzPts val="2000"/>
              <a:buFont typeface="Noto Sans Symbols"/>
              <a:buNone/>
              <a:defRPr sz="2000" b="0" i="0" u="none" strike="noStrike" cap="none">
                <a:solidFill>
                  <a:schemeClr val="dk1"/>
                </a:solidFill>
                <a:latin typeface="Twentieth Century"/>
                <a:ea typeface="Twentieth Century"/>
                <a:cs typeface="Twentieth Century"/>
                <a:sym typeface="Twentieth Century"/>
              </a:defRPr>
            </a:lvl4pPr>
            <a:lvl5pPr marR="0" lvl="4" algn="l" rtl="0">
              <a:lnSpc>
                <a:spcPct val="90000"/>
              </a:lnSpc>
              <a:spcBef>
                <a:spcPts val="400"/>
              </a:spcBef>
              <a:spcAft>
                <a:spcPts val="0"/>
              </a:spcAft>
              <a:buClr>
                <a:schemeClr val="accent1"/>
              </a:buClr>
              <a:buSzPts val="2000"/>
              <a:buFont typeface="Noto Sans Symbols"/>
              <a:buNone/>
              <a:defRPr sz="2000" b="0" i="0" u="none" strike="noStrike" cap="none">
                <a:solidFill>
                  <a:schemeClr val="dk1"/>
                </a:solidFill>
                <a:latin typeface="Twentieth Century"/>
                <a:ea typeface="Twentieth Century"/>
                <a:cs typeface="Twentieth Century"/>
                <a:sym typeface="Twentieth Century"/>
              </a:defRPr>
            </a:lvl5pPr>
            <a:lvl6pPr marR="0" lvl="5" algn="l" rtl="0">
              <a:lnSpc>
                <a:spcPct val="90000"/>
              </a:lnSpc>
              <a:spcBef>
                <a:spcPts val="400"/>
              </a:spcBef>
              <a:spcAft>
                <a:spcPts val="0"/>
              </a:spcAft>
              <a:buClr>
                <a:schemeClr val="accent1"/>
              </a:buClr>
              <a:buSzPts val="2000"/>
              <a:buFont typeface="Noto Sans Symbols"/>
              <a:buNone/>
              <a:defRPr sz="2000" b="0" i="0" u="none" strike="noStrike" cap="none">
                <a:solidFill>
                  <a:schemeClr val="dk1"/>
                </a:solidFill>
                <a:latin typeface="Twentieth Century"/>
                <a:ea typeface="Twentieth Century"/>
                <a:cs typeface="Twentieth Century"/>
                <a:sym typeface="Twentieth Century"/>
              </a:defRPr>
            </a:lvl6pPr>
            <a:lvl7pPr marR="0" lvl="6" algn="l" rtl="0">
              <a:lnSpc>
                <a:spcPct val="90000"/>
              </a:lnSpc>
              <a:spcBef>
                <a:spcPts val="400"/>
              </a:spcBef>
              <a:spcAft>
                <a:spcPts val="0"/>
              </a:spcAft>
              <a:buClr>
                <a:schemeClr val="accent1"/>
              </a:buClr>
              <a:buSzPts val="2000"/>
              <a:buFont typeface="Noto Sans Symbols"/>
              <a:buNone/>
              <a:defRPr sz="2000" b="0" i="0" u="none" strike="noStrike" cap="none">
                <a:solidFill>
                  <a:schemeClr val="dk1"/>
                </a:solidFill>
                <a:latin typeface="Twentieth Century"/>
                <a:ea typeface="Twentieth Century"/>
                <a:cs typeface="Twentieth Century"/>
                <a:sym typeface="Twentieth Century"/>
              </a:defRPr>
            </a:lvl7pPr>
            <a:lvl8pPr marR="0" lvl="7" algn="l" rtl="0">
              <a:lnSpc>
                <a:spcPct val="90000"/>
              </a:lnSpc>
              <a:spcBef>
                <a:spcPts val="400"/>
              </a:spcBef>
              <a:spcAft>
                <a:spcPts val="0"/>
              </a:spcAft>
              <a:buClr>
                <a:schemeClr val="accent1"/>
              </a:buClr>
              <a:buSzPts val="2000"/>
              <a:buFont typeface="Noto Sans Symbols"/>
              <a:buNone/>
              <a:defRPr sz="2000" b="0" i="0" u="none" strike="noStrike" cap="none">
                <a:solidFill>
                  <a:schemeClr val="dk1"/>
                </a:solidFill>
                <a:latin typeface="Twentieth Century"/>
                <a:ea typeface="Twentieth Century"/>
                <a:cs typeface="Twentieth Century"/>
                <a:sym typeface="Twentieth Century"/>
              </a:defRPr>
            </a:lvl8pPr>
            <a:lvl9pPr marR="0" lvl="8" algn="l" rtl="0">
              <a:lnSpc>
                <a:spcPct val="90000"/>
              </a:lnSpc>
              <a:spcBef>
                <a:spcPts val="400"/>
              </a:spcBef>
              <a:spcAft>
                <a:spcPts val="400"/>
              </a:spcAft>
              <a:buClr>
                <a:schemeClr val="accent1"/>
              </a:buClr>
              <a:buSzPts val="2000"/>
              <a:buFont typeface="Noto Sans Symbols"/>
              <a:buNone/>
              <a:defRPr sz="20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75" name="Google Shape;75;p26"/>
          <p:cNvSpPr txBox="1">
            <a:spLocks noGrp="1"/>
          </p:cNvSpPr>
          <p:nvPr>
            <p:ph type="body" idx="1"/>
          </p:nvPr>
        </p:nvSpPr>
        <p:spPr>
          <a:xfrm>
            <a:off x="8610600" y="4960138"/>
            <a:ext cx="3200400" cy="14631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SzPts val="1800"/>
              <a:buNone/>
              <a:defRPr sz="1800">
                <a:solidFill>
                  <a:srgbClr val="0C0C0C"/>
                </a:solidFill>
              </a:defRPr>
            </a:lvl1pPr>
            <a:lvl2pPr marL="914400" lvl="1" indent="-228600" algn="l">
              <a:lnSpc>
                <a:spcPct val="90000"/>
              </a:lnSpc>
              <a:spcBef>
                <a:spcPts val="200"/>
              </a:spcBef>
              <a:spcAft>
                <a:spcPts val="0"/>
              </a:spcAft>
              <a:buSzPts val="1400"/>
              <a:buNone/>
              <a:defRPr sz="1400"/>
            </a:lvl2pPr>
            <a:lvl3pPr marL="1371600" lvl="2" indent="-228600" algn="l">
              <a:lnSpc>
                <a:spcPct val="90000"/>
              </a:lnSpc>
              <a:spcBef>
                <a:spcPts val="400"/>
              </a:spcBef>
              <a:spcAft>
                <a:spcPts val="0"/>
              </a:spcAft>
              <a:buSzPts val="1200"/>
              <a:buNone/>
              <a:defRPr sz="1200"/>
            </a:lvl3pPr>
            <a:lvl4pPr marL="1828800" lvl="3" indent="-228600" algn="l">
              <a:lnSpc>
                <a:spcPct val="90000"/>
              </a:lnSpc>
              <a:spcBef>
                <a:spcPts val="400"/>
              </a:spcBef>
              <a:spcAft>
                <a:spcPts val="0"/>
              </a:spcAft>
              <a:buSzPts val="1000"/>
              <a:buNone/>
              <a:defRPr sz="1000"/>
            </a:lvl4pPr>
            <a:lvl5pPr marL="2286000" lvl="4" indent="-228600" algn="l">
              <a:lnSpc>
                <a:spcPct val="90000"/>
              </a:lnSpc>
              <a:spcBef>
                <a:spcPts val="400"/>
              </a:spcBef>
              <a:spcAft>
                <a:spcPts val="0"/>
              </a:spcAft>
              <a:buSzPts val="1000"/>
              <a:buNone/>
              <a:defRPr sz="1000"/>
            </a:lvl5pPr>
            <a:lvl6pPr marL="2743200" lvl="5" indent="-228600" algn="l">
              <a:lnSpc>
                <a:spcPct val="90000"/>
              </a:lnSpc>
              <a:spcBef>
                <a:spcPts val="400"/>
              </a:spcBef>
              <a:spcAft>
                <a:spcPts val="0"/>
              </a:spcAft>
              <a:buSzPts val="1000"/>
              <a:buNone/>
              <a:defRPr sz="1000"/>
            </a:lvl6pPr>
            <a:lvl7pPr marL="3200400" lvl="6" indent="-228600" algn="l">
              <a:lnSpc>
                <a:spcPct val="90000"/>
              </a:lnSpc>
              <a:spcBef>
                <a:spcPts val="400"/>
              </a:spcBef>
              <a:spcAft>
                <a:spcPts val="0"/>
              </a:spcAft>
              <a:buSzPts val="1000"/>
              <a:buNone/>
              <a:defRPr sz="1000"/>
            </a:lvl7pPr>
            <a:lvl8pPr marL="3657600" lvl="7" indent="-228600" algn="l">
              <a:lnSpc>
                <a:spcPct val="90000"/>
              </a:lnSpc>
              <a:spcBef>
                <a:spcPts val="400"/>
              </a:spcBef>
              <a:spcAft>
                <a:spcPts val="0"/>
              </a:spcAft>
              <a:buSzPts val="1000"/>
              <a:buNone/>
              <a:defRPr sz="1000"/>
            </a:lvl8pPr>
            <a:lvl9pPr marL="4114800" lvl="8" indent="-228600" algn="l">
              <a:lnSpc>
                <a:spcPct val="90000"/>
              </a:lnSpc>
              <a:spcBef>
                <a:spcPts val="400"/>
              </a:spcBef>
              <a:spcAft>
                <a:spcPts val="400"/>
              </a:spcAft>
              <a:buSzPts val="1000"/>
              <a:buNone/>
              <a:defRPr sz="1000"/>
            </a:lvl9pPr>
          </a:lstStyle>
          <a:p>
            <a:endParaRPr/>
          </a:p>
        </p:txBody>
      </p:sp>
      <p:sp>
        <p:nvSpPr>
          <p:cNvPr id="76" name="Google Shape;76;p26"/>
          <p:cNvSpPr txBox="1">
            <a:spLocks noGrp="1"/>
          </p:cNvSpPr>
          <p:nvPr>
            <p:ph type="dt" idx="10"/>
          </p:nvPr>
        </p:nvSpPr>
        <p:spPr>
          <a:xfrm>
            <a:off x="1024129" y="6470704"/>
            <a:ext cx="2154000" cy="274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6"/>
          <p:cNvSpPr txBox="1">
            <a:spLocks noGrp="1"/>
          </p:cNvSpPr>
          <p:nvPr>
            <p:ph type="ftr" idx="11"/>
          </p:nvPr>
        </p:nvSpPr>
        <p:spPr>
          <a:xfrm>
            <a:off x="4842932" y="6470704"/>
            <a:ext cx="5901600" cy="2742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6"/>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cxnSp>
        <p:nvCxnSpPr>
          <p:cNvPr id="79" name="Google Shape;79;p26"/>
          <p:cNvCxnSpPr/>
          <p:nvPr/>
        </p:nvCxnSpPr>
        <p:spPr>
          <a:xfrm rot="10800000">
            <a:off x="8386843" y="5264106"/>
            <a:ext cx="0" cy="914400"/>
          </a:xfrm>
          <a:prstGeom prst="straightConnector1">
            <a:avLst/>
          </a:prstGeom>
          <a:noFill/>
          <a:ln w="19050" cap="flat" cmpd="sng">
            <a:solidFill>
              <a:schemeClr val="accent1"/>
            </a:solidFill>
            <a:prstDash val="solid"/>
            <a:round/>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0"/>
        <p:cNvGrpSpPr/>
        <p:nvPr/>
      </p:nvGrpSpPr>
      <p:grpSpPr>
        <a:xfrm>
          <a:off x="0" y="0"/>
          <a:ext cx="0" cy="0"/>
          <a:chOff x="0" y="0"/>
          <a:chExt cx="0" cy="0"/>
        </a:xfrm>
      </p:grpSpPr>
      <p:sp>
        <p:nvSpPr>
          <p:cNvPr id="81" name="Google Shape;81;p27"/>
          <p:cNvSpPr txBox="1">
            <a:spLocks noGrp="1"/>
          </p:cNvSpPr>
          <p:nvPr>
            <p:ph type="title"/>
          </p:nvPr>
        </p:nvSpPr>
        <p:spPr>
          <a:xfrm>
            <a:off x="1024128" y="585216"/>
            <a:ext cx="9720000" cy="1499700"/>
          </a:xfrm>
          <a:prstGeom prst="rect">
            <a:avLst/>
          </a:prstGeom>
          <a:noFill/>
          <a:ln>
            <a:noFill/>
          </a:ln>
        </p:spPr>
        <p:txBody>
          <a:bodyPr spcFirstLastPara="1" wrap="square" lIns="91425" tIns="45700" rIns="91425" bIns="45700" anchor="ctr" anchorCtr="0">
            <a:no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7"/>
          <p:cNvSpPr txBox="1">
            <a:spLocks noGrp="1"/>
          </p:cNvSpPr>
          <p:nvPr>
            <p:ph type="body" idx="1"/>
          </p:nvPr>
        </p:nvSpPr>
        <p:spPr>
          <a:xfrm rot="5400000">
            <a:off x="3872551" y="-562350"/>
            <a:ext cx="4023300" cy="9720000"/>
          </a:xfrm>
          <a:prstGeom prst="rect">
            <a:avLst/>
          </a:prstGeom>
          <a:noFill/>
          <a:ln>
            <a:noFill/>
          </a:ln>
        </p:spPr>
        <p:txBody>
          <a:bodyPr spcFirstLastPara="1" wrap="square" lIns="45700" tIns="45700" rIns="4570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3" name="Google Shape;83;p27"/>
          <p:cNvSpPr txBox="1">
            <a:spLocks noGrp="1"/>
          </p:cNvSpPr>
          <p:nvPr>
            <p:ph type="dt" idx="10"/>
          </p:nvPr>
        </p:nvSpPr>
        <p:spPr>
          <a:xfrm>
            <a:off x="1024129" y="6470704"/>
            <a:ext cx="2154000" cy="274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7"/>
          <p:cNvSpPr txBox="1">
            <a:spLocks noGrp="1"/>
          </p:cNvSpPr>
          <p:nvPr>
            <p:ph type="ftr" idx="11"/>
          </p:nvPr>
        </p:nvSpPr>
        <p:spPr>
          <a:xfrm>
            <a:off x="4842932" y="6470704"/>
            <a:ext cx="5901600" cy="2742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7"/>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6"/>
        <p:cNvGrpSpPr/>
        <p:nvPr/>
      </p:nvGrpSpPr>
      <p:grpSpPr>
        <a:xfrm>
          <a:off x="0" y="0"/>
          <a:ext cx="0" cy="0"/>
          <a:chOff x="0" y="0"/>
          <a:chExt cx="0" cy="0"/>
        </a:xfrm>
      </p:grpSpPr>
      <p:sp>
        <p:nvSpPr>
          <p:cNvPr id="87" name="Google Shape;87;p28"/>
          <p:cNvSpPr txBox="1">
            <a:spLocks noGrp="1"/>
          </p:cNvSpPr>
          <p:nvPr>
            <p:ph type="title"/>
          </p:nvPr>
        </p:nvSpPr>
        <p:spPr>
          <a:xfrm rot="5400000">
            <a:off x="7334251" y="2152650"/>
            <a:ext cx="5410200" cy="2628900"/>
          </a:xfrm>
          <a:prstGeom prst="rect">
            <a:avLst/>
          </a:prstGeom>
          <a:noFill/>
          <a:ln>
            <a:noFill/>
          </a:ln>
        </p:spPr>
        <p:txBody>
          <a:bodyPr spcFirstLastPara="1" wrap="square" lIns="45700" tIns="91425" rIns="45700" bIns="91425" anchor="ctr" anchorCtr="0">
            <a:no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8"/>
          <p:cNvSpPr txBox="1">
            <a:spLocks noGrp="1"/>
          </p:cNvSpPr>
          <p:nvPr>
            <p:ph type="body" idx="1"/>
          </p:nvPr>
        </p:nvSpPr>
        <p:spPr>
          <a:xfrm rot="5400000">
            <a:off x="2076451" y="-323850"/>
            <a:ext cx="5410200" cy="7581900"/>
          </a:xfrm>
          <a:prstGeom prst="rect">
            <a:avLst/>
          </a:prstGeom>
          <a:noFill/>
          <a:ln>
            <a:noFill/>
          </a:ln>
        </p:spPr>
        <p:txBody>
          <a:bodyPr spcFirstLastPara="1" wrap="square" lIns="45700" tIns="45700" rIns="4570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9" name="Google Shape;89;p28"/>
          <p:cNvSpPr txBox="1">
            <a:spLocks noGrp="1"/>
          </p:cNvSpPr>
          <p:nvPr>
            <p:ph type="dt" idx="10"/>
          </p:nvPr>
        </p:nvSpPr>
        <p:spPr>
          <a:xfrm>
            <a:off x="1024129" y="6470704"/>
            <a:ext cx="2154000" cy="274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28"/>
          <p:cNvSpPr txBox="1">
            <a:spLocks noGrp="1"/>
          </p:cNvSpPr>
          <p:nvPr>
            <p:ph type="ftr" idx="11"/>
          </p:nvPr>
        </p:nvSpPr>
        <p:spPr>
          <a:xfrm>
            <a:off x="4842932" y="6470704"/>
            <a:ext cx="5901600" cy="2742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8"/>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cxnSp>
        <p:nvCxnSpPr>
          <p:cNvPr id="92" name="Google Shape;92;p28"/>
          <p:cNvCxnSpPr/>
          <p:nvPr/>
        </p:nvCxnSpPr>
        <p:spPr>
          <a:xfrm rot="10800000">
            <a:off x="10058400" y="59263"/>
            <a:ext cx="0" cy="914400"/>
          </a:xfrm>
          <a:prstGeom prst="straightConnector1">
            <a:avLst/>
          </a:prstGeom>
          <a:noFill/>
          <a:ln w="19050"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1024128" y="585216"/>
            <a:ext cx="9720000" cy="1499700"/>
          </a:xfrm>
          <a:prstGeom prst="rect">
            <a:avLst/>
          </a:prstGeom>
          <a:noFill/>
          <a:ln>
            <a:noFill/>
          </a:ln>
        </p:spPr>
        <p:txBody>
          <a:bodyPr spcFirstLastPara="1" wrap="square" lIns="91425" tIns="45700" rIns="91425" bIns="45700" anchor="ctr" anchorCtr="0">
            <a:noAutofit/>
          </a:bodyPr>
          <a:lstStyle>
            <a:lvl1pPr marR="0" lvl="0" algn="l" rtl="0">
              <a:lnSpc>
                <a:spcPct val="80000"/>
              </a:lnSpc>
              <a:spcBef>
                <a:spcPts val="0"/>
              </a:spcBef>
              <a:spcAft>
                <a:spcPts val="0"/>
              </a:spcAft>
              <a:buClr>
                <a:srgbClr val="0C0C0C"/>
              </a:buClr>
              <a:buSzPts val="5000"/>
              <a:buFont typeface="Twentieth Century"/>
              <a:buNone/>
              <a:defRPr sz="5000" b="0" i="0" u="none" strike="noStrike" cap="none">
                <a:solidFill>
                  <a:srgbClr val="0C0C0C"/>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7"/>
          <p:cNvSpPr txBox="1">
            <a:spLocks noGrp="1"/>
          </p:cNvSpPr>
          <p:nvPr>
            <p:ph type="body" idx="1"/>
          </p:nvPr>
        </p:nvSpPr>
        <p:spPr>
          <a:xfrm>
            <a:off x="1024128" y="2286000"/>
            <a:ext cx="9720000" cy="4023300"/>
          </a:xfrm>
          <a:prstGeom prst="rect">
            <a:avLst/>
          </a:prstGeom>
          <a:noFill/>
          <a:ln>
            <a:noFill/>
          </a:ln>
        </p:spPr>
        <p:txBody>
          <a:bodyPr spcFirstLastPara="1" wrap="square" lIns="45700" tIns="45700" rIns="45700" bIns="45700" anchor="t" anchorCtr="0">
            <a:noAutofit/>
          </a:bodyPr>
          <a:lstStyle>
            <a:lvl1pPr marL="457200" marR="0" lvl="0" indent="-368300" algn="l" rtl="0">
              <a:lnSpc>
                <a:spcPct val="90000"/>
              </a:lnSpc>
              <a:spcBef>
                <a:spcPts val="1200"/>
              </a:spcBef>
              <a:spcAft>
                <a:spcPts val="0"/>
              </a:spcAft>
              <a:buClr>
                <a:schemeClr val="accent1"/>
              </a:buClr>
              <a:buSzPts val="2200"/>
              <a:buFont typeface="Twentieth Century"/>
              <a:buChar char=" "/>
              <a:defRPr sz="2200" b="0" i="0" u="none" strike="noStrike" cap="none">
                <a:solidFill>
                  <a:schemeClr val="dk1"/>
                </a:solidFill>
                <a:latin typeface="Twentieth Century"/>
                <a:ea typeface="Twentieth Century"/>
                <a:cs typeface="Twentieth Century"/>
                <a:sym typeface="Twentieth Century"/>
              </a:defRPr>
            </a:lvl1pPr>
            <a:lvl2pPr marL="914400" marR="0" lvl="1" indent="-342900" algn="l" rtl="0">
              <a:lnSpc>
                <a:spcPct val="90000"/>
              </a:lnSpc>
              <a:spcBef>
                <a:spcPts val="200"/>
              </a:spcBef>
              <a:spcAft>
                <a:spcPts val="0"/>
              </a:spcAft>
              <a:buClr>
                <a:schemeClr val="accent1"/>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2pPr>
            <a:lvl3pPr marL="1371600" marR="0" lvl="2"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3pPr>
            <a:lvl4pPr marL="1828800" marR="0" lvl="3"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4pPr>
            <a:lvl5pPr marL="2286000" marR="0" lvl="4"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5pPr>
            <a:lvl6pPr marL="2743200" marR="0" lvl="5"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6pPr>
            <a:lvl7pPr marL="3200400" marR="0" lvl="6"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7pPr>
            <a:lvl8pPr marL="3657600" marR="0" lvl="7"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8pPr>
            <a:lvl9pPr marL="4114800" marR="0" lvl="8" indent="-317500" algn="l" rtl="0">
              <a:lnSpc>
                <a:spcPct val="90000"/>
              </a:lnSpc>
              <a:spcBef>
                <a:spcPts val="400"/>
              </a:spcBef>
              <a:spcAft>
                <a:spcPts val="40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2" name="Google Shape;12;p17"/>
          <p:cNvSpPr txBox="1">
            <a:spLocks noGrp="1"/>
          </p:cNvSpPr>
          <p:nvPr>
            <p:ph type="dt" idx="10"/>
          </p:nvPr>
        </p:nvSpPr>
        <p:spPr>
          <a:xfrm>
            <a:off x="1024129" y="6470704"/>
            <a:ext cx="2154000" cy="274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rgbClr val="0C0C0C"/>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3" name="Google Shape;13;p17"/>
          <p:cNvSpPr txBox="1">
            <a:spLocks noGrp="1"/>
          </p:cNvSpPr>
          <p:nvPr>
            <p:ph type="ftr" idx="11"/>
          </p:nvPr>
        </p:nvSpPr>
        <p:spPr>
          <a:xfrm>
            <a:off x="4842932" y="6470704"/>
            <a:ext cx="5901600" cy="2742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00" b="0" i="0" u="none" strike="noStrike" cap="none">
                <a:solidFill>
                  <a:srgbClr val="0C0C0C"/>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4" name="Google Shape;14;p17"/>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cxnSp>
        <p:nvCxnSpPr>
          <p:cNvPr id="15" name="Google Shape;15;p17"/>
          <p:cNvCxnSpPr/>
          <p:nvPr/>
        </p:nvCxnSpPr>
        <p:spPr>
          <a:xfrm rot="10800000">
            <a:off x="762000" y="826324"/>
            <a:ext cx="0" cy="914400"/>
          </a:xfrm>
          <a:prstGeom prst="straightConnector1">
            <a:avLst/>
          </a:prstGeom>
          <a:noFill/>
          <a:ln w="19050" cap="flat" cmpd="sng">
            <a:solidFill>
              <a:schemeClr val="accent1"/>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push dir="r"/>
      </p:transition>
    </mc:Choice>
    <mc:Fallback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
        <p:cNvGrpSpPr/>
        <p:nvPr/>
      </p:nvGrpSpPr>
      <p:grpSpPr>
        <a:xfrm>
          <a:off x="0" y="0"/>
          <a:ext cx="0" cy="0"/>
          <a:chOff x="0" y="0"/>
          <a:chExt cx="0" cy="0"/>
        </a:xfrm>
      </p:grpSpPr>
      <p:sp>
        <p:nvSpPr>
          <p:cNvPr id="97" name="Google Shape;97;p1"/>
          <p:cNvSpPr/>
          <p:nvPr/>
        </p:nvSpPr>
        <p:spPr>
          <a:xfrm>
            <a:off x="3274" y="0"/>
            <a:ext cx="12188700" cy="6858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98" name="Google Shape;98;p1"/>
          <p:cNvSpPr/>
          <p:nvPr/>
        </p:nvSpPr>
        <p:spPr>
          <a:xfrm>
            <a:off x="1695425" y="1863450"/>
            <a:ext cx="8804400" cy="3131100"/>
          </a:xfrm>
          <a:prstGeom prst="rect">
            <a:avLst/>
          </a:prstGeom>
          <a:solidFill>
            <a:srgbClr val="000001">
              <a:alpha val="74509"/>
            </a:srgbClr>
          </a:solidFill>
          <a:ln>
            <a:noFill/>
          </a:ln>
          <a:effectLst>
            <a:outerShdw blurRad="50800" dist="12700" dir="5400000" algn="ctr" rotWithShape="0">
              <a:srgbClr val="000000">
                <a:alpha val="4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99" name="Google Shape;99;p1"/>
          <p:cNvSpPr txBox="1">
            <a:spLocks noGrp="1"/>
          </p:cNvSpPr>
          <p:nvPr>
            <p:ph type="ctrTitle"/>
          </p:nvPr>
        </p:nvSpPr>
        <p:spPr>
          <a:xfrm>
            <a:off x="2090388" y="2044838"/>
            <a:ext cx="8011200" cy="826200"/>
          </a:xfrm>
          <a:prstGeom prst="rect">
            <a:avLst/>
          </a:prstGeom>
          <a:noFill/>
          <a:ln>
            <a:noFill/>
          </a:ln>
        </p:spPr>
        <p:txBody>
          <a:bodyPr spcFirstLastPara="1" wrap="square" lIns="91425" tIns="45700" rIns="91425" bIns="45700" anchor="b" anchorCtr="0">
            <a:noAutofit/>
          </a:bodyPr>
          <a:lstStyle/>
          <a:p>
            <a:pPr marL="0" lvl="0" indent="0" algn="l" rtl="0">
              <a:lnSpc>
                <a:spcPct val="80000"/>
              </a:lnSpc>
              <a:spcBef>
                <a:spcPts val="0"/>
              </a:spcBef>
              <a:spcAft>
                <a:spcPts val="0"/>
              </a:spcAft>
              <a:buClr>
                <a:srgbClr val="FFFFFF"/>
              </a:buClr>
              <a:buSzPts val="5000"/>
              <a:buFont typeface="Twentieth Century"/>
              <a:buNone/>
            </a:pPr>
            <a:r>
              <a:rPr lang="en-US">
                <a:solidFill>
                  <a:srgbClr val="FFFFFF"/>
                </a:solidFill>
              </a:rPr>
              <a:t>FINE PRINT</a:t>
            </a:r>
            <a:endParaRPr/>
          </a:p>
        </p:txBody>
      </p:sp>
      <p:sp>
        <p:nvSpPr>
          <p:cNvPr id="100" name="Google Shape;100;p1"/>
          <p:cNvSpPr txBox="1">
            <a:spLocks noGrp="1"/>
          </p:cNvSpPr>
          <p:nvPr>
            <p:ph type="subTitle" idx="1"/>
          </p:nvPr>
        </p:nvSpPr>
        <p:spPr>
          <a:xfrm>
            <a:off x="2148598" y="3821225"/>
            <a:ext cx="4558200" cy="774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r>
              <a:rPr lang="en-US" sz="2400">
                <a:solidFill>
                  <a:srgbClr val="FFFFFF"/>
                </a:solidFill>
              </a:rPr>
              <a:t>Supervisor:</a:t>
            </a:r>
            <a:endParaRPr sz="2400"/>
          </a:p>
          <a:p>
            <a:pPr marL="0" lvl="0" indent="0" algn="l" rtl="0">
              <a:lnSpc>
                <a:spcPct val="100000"/>
              </a:lnSpc>
              <a:spcBef>
                <a:spcPts val="200"/>
              </a:spcBef>
              <a:spcAft>
                <a:spcPts val="0"/>
              </a:spcAft>
              <a:buSzPts val="1800"/>
              <a:buNone/>
            </a:pPr>
            <a:r>
              <a:rPr lang="en-US" sz="2400">
                <a:solidFill>
                  <a:srgbClr val="FFFFFF"/>
                </a:solidFill>
              </a:rPr>
              <a:t>Dr. Mirza Omer Beg</a:t>
            </a:r>
            <a:endParaRPr sz="2400"/>
          </a:p>
        </p:txBody>
      </p:sp>
      <p:cxnSp>
        <p:nvCxnSpPr>
          <p:cNvPr id="101" name="Google Shape;101;p1"/>
          <p:cNvCxnSpPr/>
          <p:nvPr/>
        </p:nvCxnSpPr>
        <p:spPr>
          <a:xfrm>
            <a:off x="2148599" y="3493805"/>
            <a:ext cx="6832500" cy="0"/>
          </a:xfrm>
          <a:prstGeom prst="straightConnector1">
            <a:avLst/>
          </a:prstGeom>
          <a:noFill/>
          <a:ln w="22225" cap="flat" cmpd="sng">
            <a:solidFill>
              <a:srgbClr val="4AC4E3"/>
            </a:solidFill>
            <a:prstDash val="solid"/>
            <a:round/>
            <a:headEnd type="none" w="sm" len="sm"/>
            <a:tailEnd type="none" w="sm" len="sm"/>
          </a:ln>
          <a:effectLst>
            <a:outerShdw blurRad="50800" dist="12700" dir="5400000" algn="ctr" rotWithShape="0">
              <a:srgbClr val="000000">
                <a:alpha val="49411"/>
              </a:srgbClr>
            </a:outerShdw>
          </a:effectLst>
        </p:spPr>
      </p:cxnSp>
      <p:sp>
        <p:nvSpPr>
          <p:cNvPr id="102" name="Google Shape;102;p1"/>
          <p:cNvSpPr txBox="1"/>
          <p:nvPr/>
        </p:nvSpPr>
        <p:spPr>
          <a:xfrm>
            <a:off x="5752025" y="3613623"/>
            <a:ext cx="3866400" cy="1189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1"/>
              </a:buClr>
              <a:buSzPts val="1600"/>
              <a:buFont typeface="Twentieth Century"/>
              <a:buNone/>
            </a:pPr>
            <a:r>
              <a:rPr lang="en-US" sz="2400" b="0" i="0" u="none" strike="noStrike" cap="none">
                <a:solidFill>
                  <a:srgbClr val="FFFFFF"/>
                </a:solidFill>
                <a:latin typeface="Twentieth Century"/>
                <a:ea typeface="Twentieth Century"/>
                <a:cs typeface="Twentieth Century"/>
                <a:sym typeface="Twentieth Century"/>
              </a:rPr>
              <a:t>Group Members:</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200"/>
              </a:spcBef>
              <a:spcAft>
                <a:spcPts val="0"/>
              </a:spcAft>
              <a:buClr>
                <a:schemeClr val="accent1"/>
              </a:buClr>
              <a:buSzPts val="1600"/>
              <a:buFont typeface="Twentieth Century"/>
              <a:buNone/>
            </a:pPr>
            <a:r>
              <a:rPr lang="en-US" sz="2400" b="0" i="0" u="none" strike="noStrike" cap="none">
                <a:solidFill>
                  <a:srgbClr val="FFFFFF"/>
                </a:solidFill>
                <a:latin typeface="Twentieth Century"/>
                <a:ea typeface="Twentieth Century"/>
                <a:cs typeface="Twentieth Century"/>
                <a:sym typeface="Twentieth Century"/>
              </a:rPr>
              <a:t>Tehreem Javed i16-0086</a:t>
            </a:r>
            <a:endParaRPr sz="2400" b="0" i="0" u="none" strike="noStrike" cap="none">
              <a:solidFill>
                <a:srgbClr val="FFFFFF"/>
              </a:solidFill>
              <a:latin typeface="Twentieth Century"/>
              <a:ea typeface="Twentieth Century"/>
              <a:cs typeface="Twentieth Century"/>
              <a:sym typeface="Twentieth Century"/>
            </a:endParaRPr>
          </a:p>
          <a:p>
            <a:pPr marL="0" lvl="0" indent="0" algn="l" rtl="0">
              <a:spcBef>
                <a:spcPts val="200"/>
              </a:spcBef>
              <a:spcAft>
                <a:spcPts val="0"/>
              </a:spcAft>
              <a:buClr>
                <a:schemeClr val="accent1"/>
              </a:buClr>
              <a:buSzPts val="1600"/>
              <a:buFont typeface="Twentieth Century"/>
              <a:buNone/>
            </a:pPr>
            <a:r>
              <a:rPr lang="en-US" sz="2400">
                <a:solidFill>
                  <a:schemeClr val="lt1"/>
                </a:solidFill>
                <a:latin typeface="Twentieth Century"/>
                <a:ea typeface="Twentieth Century"/>
                <a:cs typeface="Twentieth Century"/>
                <a:sym typeface="Twentieth Century"/>
              </a:rPr>
              <a:t>Ayesha Qamar i16-0104</a:t>
            </a:r>
            <a:endParaRPr sz="2400">
              <a:solidFill>
                <a:srgbClr val="FFFFFF"/>
              </a:solidFill>
              <a:latin typeface="Twentieth Century"/>
              <a:ea typeface="Twentieth Century"/>
              <a:cs typeface="Twentieth Century"/>
              <a:sym typeface="Twentieth Century"/>
            </a:endParaRPr>
          </a:p>
        </p:txBody>
      </p:sp>
      <p:sp>
        <p:nvSpPr>
          <p:cNvPr id="103" name="Google Shape;103;p1"/>
          <p:cNvSpPr/>
          <p:nvPr/>
        </p:nvSpPr>
        <p:spPr>
          <a:xfrm>
            <a:off x="1495151" y="1570375"/>
            <a:ext cx="9201675" cy="3718150"/>
          </a:xfrm>
          <a:prstGeom prst="flowChartProcess">
            <a:avLst/>
          </a:prstGeom>
          <a:noFill/>
          <a:ln w="762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
          <p:cNvSpPr txBox="1"/>
          <p:nvPr/>
        </p:nvSpPr>
        <p:spPr>
          <a:xfrm>
            <a:off x="2092025" y="2834250"/>
            <a:ext cx="8011200" cy="512700"/>
          </a:xfrm>
          <a:prstGeom prst="rect">
            <a:avLst/>
          </a:prstGeom>
          <a:noFill/>
          <a:ln>
            <a:noFill/>
          </a:ln>
        </p:spPr>
        <p:txBody>
          <a:bodyPr spcFirstLastPara="1" wrap="square" lIns="91425" tIns="45700" rIns="91425" bIns="45700" anchor="b" anchorCtr="0">
            <a:noAutofit/>
          </a:bodyPr>
          <a:lstStyle/>
          <a:p>
            <a:pPr marL="0" marR="0" lvl="0" indent="0" algn="l" rtl="0">
              <a:lnSpc>
                <a:spcPct val="80000"/>
              </a:lnSpc>
              <a:spcBef>
                <a:spcPts val="0"/>
              </a:spcBef>
              <a:spcAft>
                <a:spcPts val="0"/>
              </a:spcAft>
              <a:buClr>
                <a:srgbClr val="FFFFFF"/>
              </a:buClr>
              <a:buSzPts val="2400"/>
              <a:buFont typeface="Twentieth Century"/>
              <a:buNone/>
            </a:pPr>
            <a:r>
              <a:rPr lang="en-US" sz="2400" b="0" i="0" u="none" strike="noStrike" cap="none">
                <a:solidFill>
                  <a:srgbClr val="FFFFFF"/>
                </a:solidFill>
                <a:latin typeface="Twentieth Century"/>
                <a:ea typeface="Twentieth Century"/>
                <a:cs typeface="Twentieth Century"/>
                <a:sym typeface="Twentieth Century"/>
              </a:rPr>
              <a:t>PRIVACY POLICIES AND DATA PROTECTION LAWS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
          <p:cNvSpPr/>
          <p:nvPr/>
        </p:nvSpPr>
        <p:spPr>
          <a:xfrm>
            <a:off x="385481" y="360000"/>
            <a:ext cx="11421037" cy="6158753"/>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10" name="Google Shape;110;p2"/>
          <p:cNvSpPr txBox="1">
            <a:spLocks noGrp="1"/>
          </p:cNvSpPr>
          <p:nvPr>
            <p:ph type="title"/>
          </p:nvPr>
        </p:nvSpPr>
        <p:spPr>
          <a:xfrm>
            <a:off x="468607" y="500162"/>
            <a:ext cx="7853357" cy="1499616"/>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Clr>
                <a:srgbClr val="0C0C0C"/>
              </a:buClr>
              <a:buSzPts val="5000"/>
              <a:buFont typeface="Twentieth Century"/>
              <a:buNone/>
            </a:pPr>
            <a:r>
              <a:rPr lang="en-US" dirty="0"/>
              <a:t>PROJECT OVERVIEW</a:t>
            </a:r>
            <a:endParaRPr dirty="0"/>
          </a:p>
        </p:txBody>
      </p:sp>
      <p:pic>
        <p:nvPicPr>
          <p:cNvPr id="111" name="Google Shape;111;p2"/>
          <p:cNvPicPr preferRelativeResize="0"/>
          <p:nvPr/>
        </p:nvPicPr>
        <p:blipFill rotWithShape="1">
          <a:blip r:embed="rId3">
            <a:alphaModFix/>
          </a:blip>
          <a:srcRect l="29138" t="13132" r="28977" b="12814"/>
          <a:stretch/>
        </p:blipFill>
        <p:spPr>
          <a:xfrm>
            <a:off x="8516896" y="998452"/>
            <a:ext cx="2761130" cy="4881847"/>
          </a:xfrm>
          <a:prstGeom prst="rect">
            <a:avLst/>
          </a:prstGeom>
          <a:noFill/>
          <a:ln>
            <a:noFill/>
          </a:ln>
        </p:spPr>
      </p:pic>
      <p:sp>
        <p:nvSpPr>
          <p:cNvPr id="112" name="Google Shape;112;p2"/>
          <p:cNvSpPr txBox="1"/>
          <p:nvPr/>
        </p:nvSpPr>
        <p:spPr>
          <a:xfrm>
            <a:off x="1605418" y="2815640"/>
            <a:ext cx="5739373" cy="986075"/>
          </a:xfrm>
          <a:prstGeom prst="rect">
            <a:avLst/>
          </a:prstGeom>
          <a:noFill/>
          <a:ln>
            <a:noFill/>
          </a:ln>
        </p:spPr>
        <p:txBody>
          <a:bodyPr spcFirstLastPara="1" wrap="square" lIns="45700" tIns="45700" rIns="45700" bIns="45700" anchor="t" anchorCtr="0">
            <a:noAutofit/>
          </a:bodyPr>
          <a:lstStyle/>
          <a:p>
            <a:pPr marL="91440" marR="0" lvl="0" indent="-91440" algn="ctr" rtl="0">
              <a:lnSpc>
                <a:spcPct val="90000"/>
              </a:lnSpc>
              <a:spcBef>
                <a:spcPts val="0"/>
              </a:spcBef>
              <a:spcAft>
                <a:spcPts val="0"/>
              </a:spcAft>
              <a:buClr>
                <a:schemeClr val="accent1"/>
              </a:buClr>
              <a:buSzPts val="2400"/>
              <a:buFont typeface="Twentieth Century"/>
              <a:buChar char=" "/>
            </a:pPr>
            <a:r>
              <a:rPr lang="en-US" sz="2400" b="0" i="0" u="none" strike="noStrike" cap="none">
                <a:solidFill>
                  <a:schemeClr val="dk1"/>
                </a:solidFill>
                <a:latin typeface="Twentieth Century"/>
                <a:ea typeface="Twentieth Century"/>
                <a:cs typeface="Twentieth Century"/>
                <a:sym typeface="Twentieth Century"/>
              </a:rPr>
              <a:t>To enable users to check privacy policies against data protection laws. </a:t>
            </a:r>
            <a:endParaRPr sz="2400" b="0" i="0" u="none" strike="noStrike" cap="none">
              <a:solidFill>
                <a:schemeClr val="dk1"/>
              </a:solidFill>
              <a:latin typeface="Twentieth Century"/>
              <a:ea typeface="Twentieth Century"/>
              <a:cs typeface="Twentieth Century"/>
              <a:sym typeface="Twentieth Century"/>
            </a:endParaRPr>
          </a:p>
          <a:p>
            <a:pPr marL="91440" marR="0" lvl="0" indent="0" algn="l" rtl="0">
              <a:lnSpc>
                <a:spcPct val="90000"/>
              </a:lnSpc>
              <a:spcBef>
                <a:spcPts val="1400"/>
              </a:spcBef>
              <a:spcAft>
                <a:spcPts val="0"/>
              </a:spcAft>
              <a:buClr>
                <a:schemeClr val="accent1"/>
              </a:buClr>
              <a:buSzPts val="2200"/>
              <a:buFont typeface="Twentieth Century"/>
              <a:buNone/>
            </a:pPr>
            <a:endParaRPr sz="2200" b="0" i="0" u="none" strike="noStrike" cap="none">
              <a:solidFill>
                <a:schemeClr val="dk1"/>
              </a:solidFill>
              <a:latin typeface="Twentieth Century"/>
              <a:ea typeface="Twentieth Century"/>
              <a:cs typeface="Twentieth Century"/>
              <a:sym typeface="Twentieth Century"/>
            </a:endParaRPr>
          </a:p>
          <a:p>
            <a:pPr marL="91440" marR="0" lvl="0" indent="0" algn="l" rtl="0">
              <a:lnSpc>
                <a:spcPct val="90000"/>
              </a:lnSpc>
              <a:spcBef>
                <a:spcPts val="1400"/>
              </a:spcBef>
              <a:spcAft>
                <a:spcPts val="0"/>
              </a:spcAft>
              <a:buClr>
                <a:schemeClr val="accent1"/>
              </a:buClr>
              <a:buSzPts val="2200"/>
              <a:buFont typeface="Twentieth Century"/>
              <a:buNone/>
            </a:pPr>
            <a:endParaRPr sz="2200" b="0" i="0" u="none" strike="noStrike" cap="none">
              <a:solidFill>
                <a:schemeClr val="dk1"/>
              </a:solidFill>
              <a:latin typeface="Twentieth Century"/>
              <a:ea typeface="Twentieth Century"/>
              <a:cs typeface="Twentieth Century"/>
              <a:sym typeface="Twentieth Century"/>
            </a:endParaRPr>
          </a:p>
        </p:txBody>
      </p:sp>
      <p:sp>
        <p:nvSpPr>
          <p:cNvPr id="113" name="Google Shape;113;p2"/>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g62066006f0_0_75"/>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3</a:t>
            </a:fld>
            <a:endParaRPr/>
          </a:p>
        </p:txBody>
      </p:sp>
      <p:pic>
        <p:nvPicPr>
          <p:cNvPr id="134" name="Google Shape;134;g62066006f0_0_75"/>
          <p:cNvPicPr preferRelativeResize="0"/>
          <p:nvPr/>
        </p:nvPicPr>
        <p:blipFill>
          <a:blip r:embed="rId3">
            <a:alphaModFix/>
          </a:blip>
          <a:stretch>
            <a:fillRect/>
          </a:stretch>
        </p:blipFill>
        <p:spPr>
          <a:xfrm>
            <a:off x="6293146" y="0"/>
            <a:ext cx="4472609" cy="6858001"/>
          </a:xfrm>
          <a:prstGeom prst="rect">
            <a:avLst/>
          </a:prstGeom>
          <a:noFill/>
          <a:ln>
            <a:noFill/>
          </a:ln>
        </p:spPr>
      </p:pic>
      <p:sp>
        <p:nvSpPr>
          <p:cNvPr id="135" name="Google Shape;135;g62066006f0_0_75"/>
          <p:cNvSpPr txBox="1"/>
          <p:nvPr/>
        </p:nvSpPr>
        <p:spPr>
          <a:xfrm>
            <a:off x="900700" y="869100"/>
            <a:ext cx="4819500" cy="916500"/>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sz="5000">
                <a:solidFill>
                  <a:srgbClr val="0C0C0C"/>
                </a:solidFill>
                <a:latin typeface="Twentieth Century"/>
                <a:ea typeface="Twentieth Century"/>
                <a:cs typeface="Twentieth Century"/>
                <a:sym typeface="Twentieth Century"/>
              </a:rPr>
              <a:t>Poster</a:t>
            </a:r>
            <a:endParaRPr>
              <a:latin typeface="Twentieth Century"/>
              <a:ea typeface="Twentieth Century"/>
              <a:cs typeface="Twentieth Century"/>
              <a:sym typeface="Twentieth Centur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1"/>
          <p:cNvSpPr/>
          <p:nvPr/>
        </p:nvSpPr>
        <p:spPr>
          <a:xfrm>
            <a:off x="385481" y="358588"/>
            <a:ext cx="11421037" cy="6158753"/>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41" name="Google Shape;141;p11"/>
          <p:cNvSpPr txBox="1">
            <a:spLocks noGrp="1"/>
          </p:cNvSpPr>
          <p:nvPr>
            <p:ph type="title"/>
          </p:nvPr>
        </p:nvSpPr>
        <p:spPr>
          <a:xfrm>
            <a:off x="830950" y="536925"/>
            <a:ext cx="10720200" cy="1250700"/>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Clr>
                <a:srgbClr val="0C0C0C"/>
              </a:buClr>
              <a:buSzPts val="5000"/>
              <a:buFont typeface="Twentieth Century"/>
              <a:buNone/>
            </a:pPr>
            <a:r>
              <a:rPr lang="en-US" sz="4800" dirty="0"/>
              <a:t>Unsupervised Alignment of Privacy Policies using Hidden Markov Models[1]</a:t>
            </a:r>
            <a:endParaRPr sz="4800" dirty="0"/>
          </a:p>
        </p:txBody>
      </p:sp>
      <p:sp>
        <p:nvSpPr>
          <p:cNvPr id="142" name="Google Shape;142;p11"/>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4</a:t>
            </a:fld>
            <a:endParaRPr/>
          </a:p>
        </p:txBody>
      </p:sp>
      <p:graphicFrame>
        <p:nvGraphicFramePr>
          <p:cNvPr id="143" name="Google Shape;143;p11"/>
          <p:cNvGraphicFramePr/>
          <p:nvPr/>
        </p:nvGraphicFramePr>
        <p:xfrm>
          <a:off x="952500" y="3048000"/>
          <a:ext cx="10287000" cy="2194500"/>
        </p:xfrm>
        <a:graphic>
          <a:graphicData uri="http://schemas.openxmlformats.org/drawingml/2006/table">
            <a:tbl>
              <a:tblPr>
                <a:noFill/>
                <a:tableStyleId>{AFA98F25-6EA0-472F-9848-9F2DDB919830}</a:tableStyleId>
              </a:tblPr>
              <a:tblGrid>
                <a:gridCol w="5143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US" sz="3000" dirty="0"/>
                        <a:t>Year of Publication</a:t>
                      </a:r>
                      <a:endParaRPr sz="3000" dirty="0"/>
                    </a:p>
                  </a:txBody>
                  <a:tcPr marL="91425" marR="91425" marT="91425" marB="91425"/>
                </a:tc>
                <a:tc>
                  <a:txBody>
                    <a:bodyPr/>
                    <a:lstStyle/>
                    <a:p>
                      <a:pPr marL="0" lvl="0" indent="0" algn="l" rtl="0">
                        <a:spcBef>
                          <a:spcPts val="0"/>
                        </a:spcBef>
                        <a:spcAft>
                          <a:spcPts val="0"/>
                        </a:spcAft>
                        <a:buNone/>
                      </a:pPr>
                      <a:r>
                        <a:rPr lang="en-US" sz="3000" dirty="0"/>
                        <a:t>2014</a:t>
                      </a:r>
                      <a:endParaRPr sz="3000" dirty="0"/>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sz="3000" dirty="0"/>
                        <a:t>Place of Publication</a:t>
                      </a:r>
                      <a:endParaRPr sz="3000" dirty="0"/>
                    </a:p>
                  </a:txBody>
                  <a:tcPr marL="91425" marR="91425" marT="91425" marB="91425"/>
                </a:tc>
                <a:tc>
                  <a:txBody>
                    <a:bodyPr/>
                    <a:lstStyle/>
                    <a:p>
                      <a:pPr marL="0" lvl="0" indent="0" algn="l" rtl="0">
                        <a:spcBef>
                          <a:spcPts val="0"/>
                        </a:spcBef>
                        <a:spcAft>
                          <a:spcPts val="0"/>
                        </a:spcAft>
                        <a:buNone/>
                      </a:pPr>
                      <a:r>
                        <a:rPr lang="en-US" sz="3000" dirty="0">
                          <a:solidFill>
                            <a:srgbClr val="222222"/>
                          </a:solidFill>
                          <a:highlight>
                            <a:srgbClr val="FFFFFF"/>
                          </a:highlight>
                        </a:rPr>
                        <a:t>52nd Annual Meeting of the Association for Computational Linguistics</a:t>
                      </a:r>
                      <a:endParaRPr sz="3000" dirty="0"/>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6206bf891a_1_9"/>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06" name="Google Shape;206;g6206bf891a_1_9"/>
          <p:cNvSpPr txBox="1">
            <a:spLocks noGrp="1"/>
          </p:cNvSpPr>
          <p:nvPr>
            <p:ph type="title"/>
          </p:nvPr>
        </p:nvSpPr>
        <p:spPr>
          <a:xfrm>
            <a:off x="830950" y="536924"/>
            <a:ext cx="9720000" cy="1250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dirty="0"/>
              <a:t>Overview</a:t>
            </a:r>
            <a:endParaRPr dirty="0"/>
          </a:p>
        </p:txBody>
      </p:sp>
      <p:sp>
        <p:nvSpPr>
          <p:cNvPr id="207" name="Google Shape;207;g6206bf891a_1_9"/>
          <p:cNvSpPr txBox="1">
            <a:spLocks noGrp="1"/>
          </p:cNvSpPr>
          <p:nvPr>
            <p:ph type="body" idx="1"/>
          </p:nvPr>
        </p:nvSpPr>
        <p:spPr>
          <a:xfrm>
            <a:off x="830950" y="5053861"/>
            <a:ext cx="9720000" cy="396396"/>
          </a:xfrm>
          <a:prstGeom prst="rect">
            <a:avLst/>
          </a:prstGeom>
          <a:noFill/>
          <a:ln>
            <a:noFill/>
          </a:ln>
        </p:spPr>
        <p:txBody>
          <a:bodyPr spcFirstLastPara="1" wrap="square" lIns="45700" tIns="45700" rIns="45700" bIns="45700" anchor="t" anchorCtr="0">
            <a:noAutofit/>
          </a:bodyPr>
          <a:lstStyle/>
          <a:p>
            <a:pPr marL="91440" lvl="0" indent="-91440" algn="l" rtl="0">
              <a:lnSpc>
                <a:spcPct val="90000"/>
              </a:lnSpc>
              <a:spcBef>
                <a:spcPts val="1400"/>
              </a:spcBef>
              <a:spcAft>
                <a:spcPts val="0"/>
              </a:spcAft>
              <a:buSzPts val="2200"/>
              <a:buChar char="●"/>
            </a:pPr>
            <a:r>
              <a:rPr lang="en-US" sz="2400" dirty="0"/>
              <a:t>The privacy policy corpus is segmented and aligned using the hidden </a:t>
            </a:r>
            <a:r>
              <a:rPr lang="en-US" sz="2400" dirty="0" err="1"/>
              <a:t>markov</a:t>
            </a:r>
            <a:r>
              <a:rPr lang="en-US" sz="2400" dirty="0"/>
              <a:t> model. The model is evaluated through two techniques; by Human QA and by Direct Judgement.</a:t>
            </a:r>
            <a:endParaRPr sz="2400" dirty="0"/>
          </a:p>
          <a:p>
            <a:pPr marL="0" lvl="0" indent="0" algn="l" rtl="0">
              <a:lnSpc>
                <a:spcPct val="90000"/>
              </a:lnSpc>
              <a:spcBef>
                <a:spcPts val="1400"/>
              </a:spcBef>
              <a:spcAft>
                <a:spcPts val="0"/>
              </a:spcAft>
              <a:buSzPts val="1800"/>
              <a:buNone/>
            </a:pPr>
            <a:endParaRPr dirty="0"/>
          </a:p>
        </p:txBody>
      </p:sp>
      <p:sp>
        <p:nvSpPr>
          <p:cNvPr id="208" name="Google Shape;208;g6206bf891a_1_9"/>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5</a:t>
            </a:fld>
            <a:endParaRPr/>
          </a:p>
        </p:txBody>
      </p:sp>
      <p:sp>
        <p:nvSpPr>
          <p:cNvPr id="2" name="TextBox 1">
            <a:extLst>
              <a:ext uri="{FF2B5EF4-FFF2-40B4-BE49-F238E27FC236}">
                <a16:creationId xmlns:a16="http://schemas.microsoft.com/office/drawing/2014/main" id="{C1A4478F-99BF-466C-A375-5275CC16E8F1}"/>
              </a:ext>
            </a:extLst>
          </p:cNvPr>
          <p:cNvSpPr txBox="1"/>
          <p:nvPr/>
        </p:nvSpPr>
        <p:spPr>
          <a:xfrm>
            <a:off x="1297481" y="3004706"/>
            <a:ext cx="2080725" cy="830997"/>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dirty="0"/>
              <a:t>Privacy Policy Corpus</a:t>
            </a:r>
            <a:endParaRPr lang="en-UM" sz="2400" dirty="0"/>
          </a:p>
        </p:txBody>
      </p:sp>
      <p:sp>
        <p:nvSpPr>
          <p:cNvPr id="7" name="TextBox 6">
            <a:extLst>
              <a:ext uri="{FF2B5EF4-FFF2-40B4-BE49-F238E27FC236}">
                <a16:creationId xmlns:a16="http://schemas.microsoft.com/office/drawing/2014/main" id="{D324D74F-3DE9-4D1A-A1DD-31CC3008401A}"/>
              </a:ext>
            </a:extLst>
          </p:cNvPr>
          <p:cNvSpPr txBox="1"/>
          <p:nvPr/>
        </p:nvSpPr>
        <p:spPr>
          <a:xfrm>
            <a:off x="4902208" y="3189373"/>
            <a:ext cx="2080725" cy="461665"/>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dirty="0"/>
              <a:t>HMM Model</a:t>
            </a:r>
            <a:endParaRPr lang="en-UM" sz="2400" dirty="0"/>
          </a:p>
        </p:txBody>
      </p:sp>
      <p:sp>
        <p:nvSpPr>
          <p:cNvPr id="8" name="TextBox 7">
            <a:extLst>
              <a:ext uri="{FF2B5EF4-FFF2-40B4-BE49-F238E27FC236}">
                <a16:creationId xmlns:a16="http://schemas.microsoft.com/office/drawing/2014/main" id="{C8E8F4C0-CCB7-4CC0-A242-160D76C384F5}"/>
              </a:ext>
            </a:extLst>
          </p:cNvPr>
          <p:cNvSpPr txBox="1"/>
          <p:nvPr/>
        </p:nvSpPr>
        <p:spPr>
          <a:xfrm>
            <a:off x="8559807" y="2121326"/>
            <a:ext cx="2080725" cy="461665"/>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dirty="0"/>
              <a:t>Human QA</a:t>
            </a:r>
            <a:endParaRPr lang="en-UM" sz="2400" dirty="0"/>
          </a:p>
        </p:txBody>
      </p:sp>
      <p:sp>
        <p:nvSpPr>
          <p:cNvPr id="9" name="TextBox 8">
            <a:extLst>
              <a:ext uri="{FF2B5EF4-FFF2-40B4-BE49-F238E27FC236}">
                <a16:creationId xmlns:a16="http://schemas.microsoft.com/office/drawing/2014/main" id="{C27E28AE-F1B0-4344-A72E-7FB42FD9C8E5}"/>
              </a:ext>
            </a:extLst>
          </p:cNvPr>
          <p:cNvSpPr txBox="1"/>
          <p:nvPr/>
        </p:nvSpPr>
        <p:spPr>
          <a:xfrm>
            <a:off x="8559806" y="3930230"/>
            <a:ext cx="2080725" cy="830997"/>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dirty="0"/>
              <a:t>Direct Judgement</a:t>
            </a:r>
            <a:endParaRPr lang="en-UM" sz="2400" dirty="0"/>
          </a:p>
        </p:txBody>
      </p:sp>
      <p:cxnSp>
        <p:nvCxnSpPr>
          <p:cNvPr id="4" name="Straight Arrow Connector 3">
            <a:extLst>
              <a:ext uri="{FF2B5EF4-FFF2-40B4-BE49-F238E27FC236}">
                <a16:creationId xmlns:a16="http://schemas.microsoft.com/office/drawing/2014/main" id="{1114A376-B598-40FA-9CFE-9B2BCE0D3F1D}"/>
              </a:ext>
            </a:extLst>
          </p:cNvPr>
          <p:cNvCxnSpPr/>
          <p:nvPr/>
        </p:nvCxnSpPr>
        <p:spPr>
          <a:xfrm>
            <a:off x="3378206" y="3420204"/>
            <a:ext cx="1524002" cy="8796"/>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A6ECC206-CD4F-4F9A-B020-989EB49529A1}"/>
              </a:ext>
            </a:extLst>
          </p:cNvPr>
          <p:cNvCxnSpPr>
            <a:stCxn id="7" idx="3"/>
            <a:endCxn id="8" idx="1"/>
          </p:cNvCxnSpPr>
          <p:nvPr/>
        </p:nvCxnSpPr>
        <p:spPr>
          <a:xfrm flipV="1">
            <a:off x="6982933" y="2352159"/>
            <a:ext cx="1576874" cy="1068047"/>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46ABDDA-2147-4C62-B4AC-E703133088AD}"/>
              </a:ext>
            </a:extLst>
          </p:cNvPr>
          <p:cNvCxnSpPr>
            <a:stCxn id="7" idx="3"/>
          </p:cNvCxnSpPr>
          <p:nvPr/>
        </p:nvCxnSpPr>
        <p:spPr>
          <a:xfrm>
            <a:off x="6982933" y="3420206"/>
            <a:ext cx="1576873" cy="854804"/>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6206bf891a_1_0"/>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49" name="Google Shape;149;g6206bf891a_1_0"/>
          <p:cNvSpPr txBox="1">
            <a:spLocks noGrp="1"/>
          </p:cNvSpPr>
          <p:nvPr>
            <p:ph type="title"/>
          </p:nvPr>
        </p:nvSpPr>
        <p:spPr>
          <a:xfrm>
            <a:off x="830950" y="536924"/>
            <a:ext cx="9720000" cy="1250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dirty="0"/>
              <a:t>Critical Analysis</a:t>
            </a:r>
            <a:endParaRPr dirty="0"/>
          </a:p>
        </p:txBody>
      </p:sp>
      <p:sp>
        <p:nvSpPr>
          <p:cNvPr id="150" name="Google Shape;150;g6206bf891a_1_0"/>
          <p:cNvSpPr txBox="1">
            <a:spLocks noGrp="1"/>
          </p:cNvSpPr>
          <p:nvPr>
            <p:ph type="body" idx="1"/>
          </p:nvPr>
        </p:nvSpPr>
        <p:spPr>
          <a:xfrm>
            <a:off x="830950" y="1682325"/>
            <a:ext cx="9720000" cy="4788300"/>
          </a:xfrm>
          <a:prstGeom prst="rect">
            <a:avLst/>
          </a:prstGeom>
          <a:noFill/>
          <a:ln>
            <a:noFill/>
          </a:ln>
        </p:spPr>
        <p:txBody>
          <a:bodyPr spcFirstLastPara="1" wrap="square" lIns="45700" tIns="45700" rIns="45700" bIns="45700" anchor="t" anchorCtr="0">
            <a:noAutofit/>
          </a:bodyPr>
          <a:lstStyle/>
          <a:p>
            <a:pPr marL="457200" lvl="0" indent="-342900" algn="l" rtl="0">
              <a:lnSpc>
                <a:spcPct val="100000"/>
              </a:lnSpc>
              <a:spcBef>
                <a:spcPts val="1400"/>
              </a:spcBef>
              <a:spcAft>
                <a:spcPts val="0"/>
              </a:spcAft>
              <a:buSzPts val="1800"/>
              <a:buChar char="●"/>
            </a:pPr>
            <a:r>
              <a:rPr lang="en-US" sz="3200" dirty="0"/>
              <a:t>Research Contributions:</a:t>
            </a:r>
            <a:endParaRPr sz="3200" dirty="0"/>
          </a:p>
          <a:p>
            <a:pPr marL="914400" lvl="1" indent="-342900" algn="l" rtl="0">
              <a:lnSpc>
                <a:spcPct val="100000"/>
              </a:lnSpc>
              <a:spcBef>
                <a:spcPts val="0"/>
              </a:spcBef>
              <a:spcAft>
                <a:spcPts val="0"/>
              </a:spcAft>
              <a:buSzPts val="1800"/>
              <a:buChar char="○"/>
            </a:pPr>
            <a:r>
              <a:rPr lang="en-US" sz="2800" dirty="0"/>
              <a:t>Dataset of privacy policies, unsupervised approach for alignment and evaluation techniques.</a:t>
            </a:r>
            <a:endParaRPr dirty="0"/>
          </a:p>
          <a:p>
            <a:pPr marL="457200" lvl="0" indent="-342900" algn="l" rtl="0">
              <a:lnSpc>
                <a:spcPct val="100000"/>
              </a:lnSpc>
              <a:spcBef>
                <a:spcPts val="1400"/>
              </a:spcBef>
              <a:spcAft>
                <a:spcPts val="0"/>
              </a:spcAft>
              <a:buSzPts val="1800"/>
              <a:buChar char="●"/>
            </a:pPr>
            <a:r>
              <a:rPr lang="en-US" sz="3200" dirty="0"/>
              <a:t>Research Direction:</a:t>
            </a:r>
            <a:endParaRPr sz="3200" dirty="0"/>
          </a:p>
          <a:p>
            <a:pPr marL="914400" lvl="1" indent="-342900" algn="l" rtl="0">
              <a:lnSpc>
                <a:spcPct val="100000"/>
              </a:lnSpc>
              <a:spcBef>
                <a:spcPts val="0"/>
              </a:spcBef>
              <a:spcAft>
                <a:spcPts val="0"/>
              </a:spcAft>
              <a:buSzPts val="1800"/>
              <a:buChar char="○"/>
            </a:pPr>
            <a:r>
              <a:rPr lang="en-US" sz="2800" dirty="0"/>
              <a:t>Evaluation techniques require datasets for out of domain implementation.</a:t>
            </a:r>
            <a:endParaRPr sz="2800" dirty="0"/>
          </a:p>
          <a:p>
            <a:pPr marL="914400" lvl="1" indent="-342900" algn="l" rtl="0">
              <a:lnSpc>
                <a:spcPct val="100000"/>
              </a:lnSpc>
              <a:spcBef>
                <a:spcPts val="0"/>
              </a:spcBef>
              <a:spcAft>
                <a:spcPts val="0"/>
              </a:spcAft>
              <a:buSzPts val="1800"/>
              <a:buChar char="○"/>
            </a:pPr>
            <a:r>
              <a:rPr lang="en-US" sz="2800" dirty="0"/>
              <a:t>Small number of policies used in ‘Evaluation by Human QA</a:t>
            </a:r>
            <a:endParaRPr dirty="0"/>
          </a:p>
          <a:p>
            <a:pPr marL="457200" lvl="0" indent="-342900" algn="l" rtl="0">
              <a:lnSpc>
                <a:spcPct val="100000"/>
              </a:lnSpc>
              <a:spcBef>
                <a:spcPts val="1400"/>
              </a:spcBef>
              <a:spcAft>
                <a:spcPts val="0"/>
              </a:spcAft>
              <a:buSzPts val="1800"/>
              <a:buChar char="●"/>
            </a:pPr>
            <a:r>
              <a:rPr lang="en-US" sz="3200" dirty="0"/>
              <a:t>Can be used to label the laws.</a:t>
            </a:r>
            <a:endParaRPr sz="3200" dirty="0"/>
          </a:p>
        </p:txBody>
      </p:sp>
      <p:sp>
        <p:nvSpPr>
          <p:cNvPr id="151" name="Google Shape;151;g6206bf891a_1_0"/>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6</a:t>
            </a:fld>
            <a:endParaRPr/>
          </a:p>
        </p:txBody>
      </p:sp>
    </p:spTree>
    <p:extLst>
      <p:ext uri="{BB962C8B-B14F-4D97-AF65-F5344CB8AC3E}">
        <p14:creationId xmlns:p14="http://schemas.microsoft.com/office/powerpoint/2010/main" val="1629718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61c32570fe_0_7"/>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57" name="Google Shape;157;g61c32570fe_0_7"/>
          <p:cNvSpPr txBox="1">
            <a:spLocks noGrp="1"/>
          </p:cNvSpPr>
          <p:nvPr>
            <p:ph type="title"/>
          </p:nvPr>
        </p:nvSpPr>
        <p:spPr>
          <a:xfrm>
            <a:off x="830950" y="536925"/>
            <a:ext cx="10704300" cy="1250700"/>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Clr>
                <a:srgbClr val="0C0C0C"/>
              </a:buClr>
              <a:buSzPts val="5000"/>
              <a:buFont typeface="Twentieth Century"/>
              <a:buNone/>
            </a:pPr>
            <a:r>
              <a:rPr lang="en-US" sz="4800" dirty="0"/>
              <a:t>Leveraging Linguistic Structure For Open Domain Information Extraction[2]</a:t>
            </a:r>
            <a:endParaRPr sz="4800" dirty="0"/>
          </a:p>
        </p:txBody>
      </p:sp>
      <p:sp>
        <p:nvSpPr>
          <p:cNvPr id="159" name="Google Shape;159;g61c32570fe_0_7"/>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7</a:t>
            </a:fld>
            <a:endParaRPr/>
          </a:p>
        </p:txBody>
      </p:sp>
      <p:graphicFrame>
        <p:nvGraphicFramePr>
          <p:cNvPr id="6" name="Google Shape;143;p11">
            <a:extLst>
              <a:ext uri="{FF2B5EF4-FFF2-40B4-BE49-F238E27FC236}">
                <a16:creationId xmlns:a16="http://schemas.microsoft.com/office/drawing/2014/main" id="{6B7EA2FC-B03B-4610-9765-BC8972571C0E}"/>
              </a:ext>
            </a:extLst>
          </p:cNvPr>
          <p:cNvGraphicFramePr/>
          <p:nvPr>
            <p:extLst>
              <p:ext uri="{D42A27DB-BD31-4B8C-83A1-F6EECF244321}">
                <p14:modId xmlns:p14="http://schemas.microsoft.com/office/powerpoint/2010/main" val="101176254"/>
              </p:ext>
            </p:extLst>
          </p:nvPr>
        </p:nvGraphicFramePr>
        <p:xfrm>
          <a:off x="952500" y="3048000"/>
          <a:ext cx="10287000" cy="2194500"/>
        </p:xfrm>
        <a:graphic>
          <a:graphicData uri="http://schemas.openxmlformats.org/drawingml/2006/table">
            <a:tbl>
              <a:tblPr>
                <a:noFill/>
                <a:tableStyleId>{AFA98F25-6EA0-472F-9848-9F2DDB919830}</a:tableStyleId>
              </a:tblPr>
              <a:tblGrid>
                <a:gridCol w="5143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US" sz="3000" dirty="0"/>
                        <a:t>Year of Publication</a:t>
                      </a:r>
                      <a:endParaRPr sz="3000" dirty="0"/>
                    </a:p>
                  </a:txBody>
                  <a:tcPr marL="91425" marR="91425" marT="91425" marB="91425"/>
                </a:tc>
                <a:tc>
                  <a:txBody>
                    <a:bodyPr/>
                    <a:lstStyle/>
                    <a:p>
                      <a:pPr marL="0" lvl="0" indent="0" algn="l" rtl="0">
                        <a:spcBef>
                          <a:spcPts val="0"/>
                        </a:spcBef>
                        <a:spcAft>
                          <a:spcPts val="0"/>
                        </a:spcAft>
                        <a:buNone/>
                      </a:pPr>
                      <a:r>
                        <a:rPr lang="en-US" sz="3000" dirty="0"/>
                        <a:t>2015</a:t>
                      </a:r>
                      <a:endParaRPr sz="3000" dirty="0"/>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sz="3000" dirty="0"/>
                        <a:t>Place of Publication</a:t>
                      </a:r>
                      <a:endParaRPr sz="3000" dirty="0"/>
                    </a:p>
                  </a:txBody>
                  <a:tcPr marL="91425" marR="91425" marT="91425" marB="91425"/>
                </a:tc>
                <a:tc>
                  <a:txBody>
                    <a:bodyPr/>
                    <a:lstStyle/>
                    <a:p>
                      <a:pPr marL="0" lvl="0" indent="0" algn="l" rtl="0">
                        <a:spcBef>
                          <a:spcPts val="0"/>
                        </a:spcBef>
                        <a:spcAft>
                          <a:spcPts val="0"/>
                        </a:spcAft>
                        <a:buNone/>
                      </a:pPr>
                      <a:r>
                        <a:rPr lang="en-US" sz="3000" dirty="0">
                          <a:solidFill>
                            <a:srgbClr val="222222"/>
                          </a:solidFill>
                        </a:rPr>
                        <a:t>53rd Annual Meeting of the Association for Computational Linguistics</a:t>
                      </a:r>
                      <a:endParaRPr sz="3000" dirty="0"/>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6206bf891a_1_0"/>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49" name="Google Shape;149;g6206bf891a_1_0"/>
          <p:cNvSpPr txBox="1">
            <a:spLocks noGrp="1"/>
          </p:cNvSpPr>
          <p:nvPr>
            <p:ph type="title"/>
          </p:nvPr>
        </p:nvSpPr>
        <p:spPr>
          <a:xfrm>
            <a:off x="830950" y="536924"/>
            <a:ext cx="9720000" cy="1250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dirty="0"/>
              <a:t>Overview</a:t>
            </a:r>
            <a:endParaRPr dirty="0"/>
          </a:p>
        </p:txBody>
      </p:sp>
      <p:sp>
        <p:nvSpPr>
          <p:cNvPr id="150" name="Google Shape;150;g6206bf891a_1_0"/>
          <p:cNvSpPr txBox="1">
            <a:spLocks noGrp="1"/>
          </p:cNvSpPr>
          <p:nvPr>
            <p:ph type="body" idx="1"/>
          </p:nvPr>
        </p:nvSpPr>
        <p:spPr>
          <a:xfrm>
            <a:off x="830950" y="1682325"/>
            <a:ext cx="9720000" cy="4788300"/>
          </a:xfrm>
          <a:prstGeom prst="rect">
            <a:avLst/>
          </a:prstGeom>
          <a:noFill/>
          <a:ln>
            <a:noFill/>
          </a:ln>
        </p:spPr>
        <p:txBody>
          <a:bodyPr spcFirstLastPara="1" wrap="square" lIns="45700" tIns="45700" rIns="45700" bIns="45700" anchor="t" anchorCtr="0">
            <a:noAutofit/>
          </a:bodyPr>
          <a:lstStyle/>
          <a:p>
            <a:pPr marL="457200" lvl="0" indent="-342900" algn="l" rtl="0">
              <a:lnSpc>
                <a:spcPct val="100000"/>
              </a:lnSpc>
              <a:spcBef>
                <a:spcPts val="1400"/>
              </a:spcBef>
              <a:spcAft>
                <a:spcPts val="0"/>
              </a:spcAft>
              <a:buSzPts val="1800"/>
              <a:buChar char="●"/>
            </a:pPr>
            <a:r>
              <a:rPr lang="en-US" sz="3200" dirty="0"/>
              <a:t>Sentence broken down into self-contained clauses.</a:t>
            </a:r>
            <a:endParaRPr sz="3200" dirty="0"/>
          </a:p>
          <a:p>
            <a:pPr marL="914400" lvl="1" indent="-342900" algn="l" rtl="0">
              <a:lnSpc>
                <a:spcPct val="100000"/>
              </a:lnSpc>
              <a:spcBef>
                <a:spcPts val="0"/>
              </a:spcBef>
              <a:spcAft>
                <a:spcPts val="0"/>
              </a:spcAft>
              <a:buSzPts val="1800"/>
              <a:buChar char="○"/>
            </a:pPr>
            <a:r>
              <a:rPr lang="en-US" sz="2800" dirty="0"/>
              <a:t>Sentence traversed using dependency tree.</a:t>
            </a:r>
            <a:endParaRPr dirty="0"/>
          </a:p>
          <a:p>
            <a:pPr marL="457200" lvl="0" indent="-342900" algn="l" rtl="0">
              <a:lnSpc>
                <a:spcPct val="100000"/>
              </a:lnSpc>
              <a:spcBef>
                <a:spcPts val="1400"/>
              </a:spcBef>
              <a:spcAft>
                <a:spcPts val="0"/>
              </a:spcAft>
              <a:buSzPts val="1800"/>
              <a:buChar char="●"/>
            </a:pPr>
            <a:r>
              <a:rPr lang="en-US" sz="3200" dirty="0"/>
              <a:t>Superfluous information removed</a:t>
            </a:r>
            <a:endParaRPr sz="3200" dirty="0"/>
          </a:p>
          <a:p>
            <a:pPr marL="914400" lvl="1" indent="-342900" algn="l" rtl="0">
              <a:lnSpc>
                <a:spcPct val="100000"/>
              </a:lnSpc>
              <a:spcBef>
                <a:spcPts val="0"/>
              </a:spcBef>
              <a:spcAft>
                <a:spcPts val="0"/>
              </a:spcAft>
              <a:buSzPts val="1800"/>
              <a:buChar char="○"/>
            </a:pPr>
            <a:r>
              <a:rPr lang="en-US" sz="2800" dirty="0"/>
              <a:t>Triples of subject-object-verb formed.</a:t>
            </a:r>
            <a:endParaRPr sz="2800" dirty="0"/>
          </a:p>
        </p:txBody>
      </p:sp>
      <p:sp>
        <p:nvSpPr>
          <p:cNvPr id="151" name="Google Shape;151;g6206bf891a_1_0"/>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6206bf891a_1_23"/>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65" name="Google Shape;165;g6206bf891a_1_23"/>
          <p:cNvSpPr txBox="1">
            <a:spLocks noGrp="1"/>
          </p:cNvSpPr>
          <p:nvPr>
            <p:ph type="title"/>
          </p:nvPr>
        </p:nvSpPr>
        <p:spPr>
          <a:xfrm>
            <a:off x="830950" y="536924"/>
            <a:ext cx="9720000" cy="1250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a:t>Critical Analysis</a:t>
            </a:r>
            <a:endParaRPr/>
          </a:p>
        </p:txBody>
      </p:sp>
      <p:sp>
        <p:nvSpPr>
          <p:cNvPr id="166" name="Google Shape;166;g6206bf891a_1_23"/>
          <p:cNvSpPr txBox="1">
            <a:spLocks noGrp="1"/>
          </p:cNvSpPr>
          <p:nvPr>
            <p:ph type="body" idx="1"/>
          </p:nvPr>
        </p:nvSpPr>
        <p:spPr>
          <a:xfrm>
            <a:off x="830950" y="1682325"/>
            <a:ext cx="9720000" cy="4788300"/>
          </a:xfrm>
          <a:prstGeom prst="rect">
            <a:avLst/>
          </a:prstGeom>
          <a:noFill/>
          <a:ln>
            <a:noFill/>
          </a:ln>
        </p:spPr>
        <p:txBody>
          <a:bodyPr spcFirstLastPara="1" wrap="square" lIns="45700" tIns="45700" rIns="45700" bIns="45700" anchor="t" anchorCtr="0">
            <a:noAutofit/>
          </a:bodyPr>
          <a:lstStyle/>
          <a:p>
            <a:pPr marL="457200" lvl="0" indent="-342900" algn="l" rtl="0">
              <a:lnSpc>
                <a:spcPct val="90000"/>
              </a:lnSpc>
              <a:spcBef>
                <a:spcPts val="1400"/>
              </a:spcBef>
              <a:spcAft>
                <a:spcPts val="0"/>
              </a:spcAft>
              <a:buSzPts val="1800"/>
              <a:buChar char="●"/>
            </a:pPr>
            <a:r>
              <a:rPr lang="en-US" sz="3200" dirty="0"/>
              <a:t>Research Contributions:</a:t>
            </a:r>
            <a:endParaRPr sz="3200" dirty="0"/>
          </a:p>
          <a:p>
            <a:pPr marL="914400" lvl="1" indent="-342900" algn="l" rtl="0">
              <a:lnSpc>
                <a:spcPct val="90000"/>
              </a:lnSpc>
              <a:spcBef>
                <a:spcPts val="0"/>
              </a:spcBef>
              <a:spcAft>
                <a:spcPts val="0"/>
              </a:spcAft>
              <a:buSzPts val="1800"/>
              <a:buChar char="○"/>
            </a:pPr>
            <a:r>
              <a:rPr lang="en-US" sz="2800" dirty="0"/>
              <a:t>Sub clause inherits subject from parent clause.</a:t>
            </a:r>
            <a:endParaRPr sz="2800" dirty="0"/>
          </a:p>
          <a:p>
            <a:pPr marL="914400" lvl="1" indent="-342900" algn="l" rtl="0">
              <a:lnSpc>
                <a:spcPct val="90000"/>
              </a:lnSpc>
              <a:spcBef>
                <a:spcPts val="0"/>
              </a:spcBef>
              <a:spcAft>
                <a:spcPts val="0"/>
              </a:spcAft>
              <a:buSzPts val="1800"/>
              <a:buChar char="○"/>
            </a:pPr>
            <a:r>
              <a:rPr lang="en-US" sz="2800" dirty="0"/>
              <a:t>Non-</a:t>
            </a:r>
            <a:r>
              <a:rPr lang="en-US" sz="2800" dirty="0" err="1"/>
              <a:t>subsective</a:t>
            </a:r>
            <a:r>
              <a:rPr lang="en-US" sz="2800" dirty="0"/>
              <a:t> adjectives are not removed.</a:t>
            </a:r>
            <a:endParaRPr sz="2800" dirty="0"/>
          </a:p>
          <a:p>
            <a:pPr marL="914400" lvl="1" indent="-342900" algn="l" rtl="0">
              <a:lnSpc>
                <a:spcPct val="90000"/>
              </a:lnSpc>
              <a:spcBef>
                <a:spcPts val="0"/>
              </a:spcBef>
              <a:spcAft>
                <a:spcPts val="0"/>
              </a:spcAft>
              <a:buSzPts val="1800"/>
              <a:buChar char="○"/>
            </a:pPr>
            <a:r>
              <a:rPr lang="en-US" sz="2800" dirty="0"/>
              <a:t>Better generalization through splitting sentences</a:t>
            </a:r>
            <a:r>
              <a:rPr lang="en-US" dirty="0"/>
              <a:t>.</a:t>
            </a:r>
          </a:p>
          <a:p>
            <a:pPr marL="914400" lvl="1" indent="-342900" algn="l" rtl="0">
              <a:lnSpc>
                <a:spcPct val="90000"/>
              </a:lnSpc>
              <a:spcBef>
                <a:spcPts val="0"/>
              </a:spcBef>
              <a:spcAft>
                <a:spcPts val="0"/>
              </a:spcAft>
              <a:buSzPts val="1800"/>
              <a:buChar char="○"/>
            </a:pPr>
            <a:endParaRPr dirty="0"/>
          </a:p>
          <a:p>
            <a:pPr marL="457200" lvl="0" indent="-342900" algn="l" rtl="0">
              <a:lnSpc>
                <a:spcPct val="90000"/>
              </a:lnSpc>
              <a:spcBef>
                <a:spcPts val="1400"/>
              </a:spcBef>
              <a:spcAft>
                <a:spcPts val="0"/>
              </a:spcAft>
              <a:buSzPts val="1800"/>
              <a:buChar char="●"/>
            </a:pPr>
            <a:r>
              <a:rPr lang="en-US" sz="3200" dirty="0"/>
              <a:t>Research Direction:</a:t>
            </a:r>
            <a:endParaRPr sz="3200" dirty="0"/>
          </a:p>
          <a:p>
            <a:pPr marL="914400" lvl="1" indent="-342900" algn="l" rtl="0">
              <a:lnSpc>
                <a:spcPct val="90000"/>
              </a:lnSpc>
              <a:spcBef>
                <a:spcPts val="0"/>
              </a:spcBef>
              <a:spcAft>
                <a:spcPts val="0"/>
              </a:spcAft>
              <a:buSzPts val="1800"/>
              <a:buChar char="○"/>
            </a:pPr>
            <a:r>
              <a:rPr lang="en-US" sz="2800" dirty="0"/>
              <a:t>Complex assertions not interpreted correctly.</a:t>
            </a:r>
            <a:endParaRPr sz="2800" dirty="0"/>
          </a:p>
          <a:p>
            <a:pPr marL="914400" lvl="0" indent="0" algn="l" rtl="0">
              <a:lnSpc>
                <a:spcPct val="90000"/>
              </a:lnSpc>
              <a:spcBef>
                <a:spcPts val="1400"/>
              </a:spcBef>
              <a:spcAft>
                <a:spcPts val="0"/>
              </a:spcAft>
              <a:buNone/>
            </a:pPr>
            <a:endParaRPr dirty="0"/>
          </a:p>
          <a:p>
            <a:pPr marL="457200" lvl="0" indent="-342900" algn="l" rtl="0">
              <a:lnSpc>
                <a:spcPct val="90000"/>
              </a:lnSpc>
              <a:spcBef>
                <a:spcPts val="1400"/>
              </a:spcBef>
              <a:spcAft>
                <a:spcPts val="0"/>
              </a:spcAft>
              <a:buSzPts val="1800"/>
              <a:buChar char="●"/>
            </a:pPr>
            <a:r>
              <a:rPr lang="en-US" sz="3200" dirty="0"/>
              <a:t>Can be used to extract information from  the laws.</a:t>
            </a:r>
            <a:endParaRPr sz="3200" dirty="0"/>
          </a:p>
        </p:txBody>
      </p:sp>
      <p:sp>
        <p:nvSpPr>
          <p:cNvPr id="167" name="Google Shape;167;g6206bf891a_1_23"/>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g61c32570fe_0_14"/>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73" name="Google Shape;173;g61c32570fe_0_14"/>
          <p:cNvSpPr txBox="1">
            <a:spLocks noGrp="1"/>
          </p:cNvSpPr>
          <p:nvPr>
            <p:ph type="title"/>
          </p:nvPr>
        </p:nvSpPr>
        <p:spPr>
          <a:xfrm>
            <a:off x="589031" y="765360"/>
            <a:ext cx="11013900" cy="1517400"/>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Clr>
                <a:srgbClr val="0C0C0C"/>
              </a:buClr>
              <a:buSzPts val="5000"/>
              <a:buFont typeface="Twentieth Century"/>
              <a:buNone/>
            </a:pPr>
            <a:r>
              <a:rPr lang="en-US" sz="4800" dirty="0"/>
              <a:t>Multi-Perspective Sentence Similarity Modeling with Convolutional Neural Networks [3]</a:t>
            </a:r>
            <a:endParaRPr sz="4800" dirty="0"/>
          </a:p>
        </p:txBody>
      </p:sp>
      <p:sp>
        <p:nvSpPr>
          <p:cNvPr id="175" name="Google Shape;175;g61c32570fe_0_14"/>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10</a:t>
            </a:fld>
            <a:endParaRPr/>
          </a:p>
        </p:txBody>
      </p:sp>
      <p:graphicFrame>
        <p:nvGraphicFramePr>
          <p:cNvPr id="6" name="Google Shape;143;p11">
            <a:extLst>
              <a:ext uri="{FF2B5EF4-FFF2-40B4-BE49-F238E27FC236}">
                <a16:creationId xmlns:a16="http://schemas.microsoft.com/office/drawing/2014/main" id="{F789D445-778B-408A-9AA1-54D134B94534}"/>
              </a:ext>
            </a:extLst>
          </p:cNvPr>
          <p:cNvGraphicFramePr/>
          <p:nvPr>
            <p:extLst>
              <p:ext uri="{D42A27DB-BD31-4B8C-83A1-F6EECF244321}">
                <p14:modId xmlns:p14="http://schemas.microsoft.com/office/powerpoint/2010/main" val="3298617585"/>
              </p:ext>
            </p:extLst>
          </p:nvPr>
        </p:nvGraphicFramePr>
        <p:xfrm>
          <a:off x="952500" y="3048000"/>
          <a:ext cx="10287000" cy="2285940"/>
        </p:xfrm>
        <a:graphic>
          <a:graphicData uri="http://schemas.openxmlformats.org/drawingml/2006/table">
            <a:tbl>
              <a:tblPr>
                <a:noFill/>
                <a:tableStyleId>{AFA98F25-6EA0-472F-9848-9F2DDB919830}</a:tableStyleId>
              </a:tblPr>
              <a:tblGrid>
                <a:gridCol w="5143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US" sz="3000" dirty="0"/>
                        <a:t>Year of Publication</a:t>
                      </a:r>
                      <a:endParaRPr sz="3000" dirty="0"/>
                    </a:p>
                  </a:txBody>
                  <a:tcPr marL="91425" marR="91425" marT="91425" marB="91425"/>
                </a:tc>
                <a:tc>
                  <a:txBody>
                    <a:bodyPr/>
                    <a:lstStyle/>
                    <a:p>
                      <a:pPr marL="0" lvl="0" indent="0" algn="l" rtl="0">
                        <a:spcBef>
                          <a:spcPts val="0"/>
                        </a:spcBef>
                        <a:spcAft>
                          <a:spcPts val="0"/>
                        </a:spcAft>
                        <a:buNone/>
                      </a:pPr>
                      <a:r>
                        <a:rPr lang="en-US" sz="3000" dirty="0"/>
                        <a:t>2015</a:t>
                      </a:r>
                      <a:endParaRPr sz="3000" dirty="0"/>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sz="3000" dirty="0"/>
                        <a:t>Place of Publication</a:t>
                      </a:r>
                      <a:endParaRPr sz="3000" dirty="0"/>
                    </a:p>
                  </a:txBody>
                  <a:tcPr marL="91425" marR="91425" marT="91425" marB="91425"/>
                </a:tc>
                <a:tc>
                  <a:txBody>
                    <a:bodyPr/>
                    <a:lstStyle/>
                    <a:p>
                      <a:pPr marL="0" lvl="0" indent="0" algn="l" rtl="0">
                        <a:spcBef>
                          <a:spcPts val="0"/>
                        </a:spcBef>
                        <a:spcAft>
                          <a:spcPts val="0"/>
                        </a:spcAft>
                        <a:buNone/>
                      </a:pPr>
                      <a:r>
                        <a:rPr lang="en-US" sz="3200" dirty="0"/>
                        <a:t>Conference on Empirical Methods in Natural Language Processing</a:t>
                      </a:r>
                      <a:endParaRPr sz="3000" dirty="0"/>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61c32570fe_0_21"/>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81" name="Google Shape;181;g61c32570fe_0_21"/>
          <p:cNvSpPr txBox="1">
            <a:spLocks noGrp="1"/>
          </p:cNvSpPr>
          <p:nvPr>
            <p:ph type="title"/>
          </p:nvPr>
        </p:nvSpPr>
        <p:spPr>
          <a:xfrm>
            <a:off x="830950" y="536924"/>
            <a:ext cx="9720000" cy="1250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a:t>sample</a:t>
            </a:r>
            <a:endParaRPr/>
          </a:p>
        </p:txBody>
      </p:sp>
      <p:sp>
        <p:nvSpPr>
          <p:cNvPr id="182" name="Google Shape;182;g61c32570fe_0_21"/>
          <p:cNvSpPr txBox="1">
            <a:spLocks noGrp="1"/>
          </p:cNvSpPr>
          <p:nvPr>
            <p:ph type="body" idx="1"/>
          </p:nvPr>
        </p:nvSpPr>
        <p:spPr>
          <a:xfrm>
            <a:off x="830950" y="1682325"/>
            <a:ext cx="9720000" cy="4788300"/>
          </a:xfrm>
          <a:prstGeom prst="rect">
            <a:avLst/>
          </a:prstGeom>
          <a:noFill/>
          <a:ln>
            <a:noFill/>
          </a:ln>
        </p:spPr>
        <p:txBody>
          <a:bodyPr spcFirstLastPara="1" wrap="square" lIns="45700" tIns="45700" rIns="45700" bIns="45700" anchor="t" anchorCtr="0">
            <a:noAutofit/>
          </a:bodyPr>
          <a:lstStyle/>
          <a:p>
            <a:pPr marL="91440" lvl="0" indent="-91440" algn="l" rtl="0">
              <a:lnSpc>
                <a:spcPct val="90000"/>
              </a:lnSpc>
              <a:spcBef>
                <a:spcPts val="1400"/>
              </a:spcBef>
              <a:spcAft>
                <a:spcPts val="0"/>
              </a:spcAft>
              <a:buSzPts val="2200"/>
              <a:buChar char="●"/>
            </a:pPr>
            <a:r>
              <a:rPr lang="en-US"/>
              <a:t>sample.. make duplicate slides from this</a:t>
            </a:r>
            <a:endParaRPr/>
          </a:p>
          <a:p>
            <a:pPr marL="0" lvl="0" indent="0" algn="l" rtl="0">
              <a:lnSpc>
                <a:spcPct val="90000"/>
              </a:lnSpc>
              <a:spcBef>
                <a:spcPts val="1400"/>
              </a:spcBef>
              <a:spcAft>
                <a:spcPts val="0"/>
              </a:spcAft>
              <a:buSzPts val="1800"/>
              <a:buNone/>
            </a:pPr>
            <a:endParaRPr/>
          </a:p>
        </p:txBody>
      </p:sp>
      <p:sp>
        <p:nvSpPr>
          <p:cNvPr id="183" name="Google Shape;183;g61c32570fe_0_21"/>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11</a:t>
            </a:fld>
            <a:endParaRPr/>
          </a:p>
        </p:txBody>
      </p:sp>
      <p:pic>
        <p:nvPicPr>
          <p:cNvPr id="184" name="Google Shape;184;g61c32570fe_0_21"/>
          <p:cNvPicPr preferRelativeResize="0"/>
          <p:nvPr/>
        </p:nvPicPr>
        <p:blipFill>
          <a:blip r:embed="rId3">
            <a:alphaModFix/>
          </a:blip>
          <a:stretch>
            <a:fillRect/>
          </a:stretch>
        </p:blipFill>
        <p:spPr>
          <a:xfrm>
            <a:off x="0" y="357697"/>
            <a:ext cx="12191999" cy="614260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6206bf891a_1_30"/>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90" name="Google Shape;190;g6206bf891a_1_30"/>
          <p:cNvSpPr txBox="1">
            <a:spLocks noGrp="1"/>
          </p:cNvSpPr>
          <p:nvPr>
            <p:ph type="title"/>
          </p:nvPr>
        </p:nvSpPr>
        <p:spPr>
          <a:xfrm>
            <a:off x="830950" y="536924"/>
            <a:ext cx="9720000" cy="1250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dirty="0"/>
              <a:t>Critical Analysis</a:t>
            </a:r>
            <a:endParaRPr dirty="0"/>
          </a:p>
        </p:txBody>
      </p:sp>
      <p:sp>
        <p:nvSpPr>
          <p:cNvPr id="191" name="Google Shape;191;g6206bf891a_1_30"/>
          <p:cNvSpPr txBox="1">
            <a:spLocks noGrp="1"/>
          </p:cNvSpPr>
          <p:nvPr>
            <p:ph type="body" idx="1"/>
          </p:nvPr>
        </p:nvSpPr>
        <p:spPr>
          <a:xfrm>
            <a:off x="830950" y="1532776"/>
            <a:ext cx="10756447" cy="4788300"/>
          </a:xfrm>
          <a:prstGeom prst="rect">
            <a:avLst/>
          </a:prstGeom>
          <a:noFill/>
          <a:ln>
            <a:noFill/>
          </a:ln>
        </p:spPr>
        <p:txBody>
          <a:bodyPr spcFirstLastPara="1" wrap="square" lIns="45700" tIns="45700" rIns="45700" bIns="45700" anchor="t" anchorCtr="0">
            <a:noAutofit/>
          </a:bodyPr>
          <a:lstStyle/>
          <a:p>
            <a:pPr marL="457200" lvl="0" indent="-342900" algn="l" rtl="0">
              <a:lnSpc>
                <a:spcPct val="90000"/>
              </a:lnSpc>
              <a:spcBef>
                <a:spcPts val="1400"/>
              </a:spcBef>
              <a:spcAft>
                <a:spcPts val="0"/>
              </a:spcAft>
              <a:buSzPts val="1800"/>
              <a:buChar char="●"/>
            </a:pPr>
            <a:r>
              <a:rPr lang="en-US" sz="3200" dirty="0"/>
              <a:t>Research Contributions:</a:t>
            </a:r>
            <a:endParaRPr sz="3200" dirty="0"/>
          </a:p>
          <a:p>
            <a:pPr marL="914400" lvl="1" indent="-342900" algn="l" rtl="0">
              <a:lnSpc>
                <a:spcPct val="90000"/>
              </a:lnSpc>
              <a:spcBef>
                <a:spcPts val="0"/>
              </a:spcBef>
              <a:spcAft>
                <a:spcPts val="0"/>
              </a:spcAft>
              <a:buSzPts val="1800"/>
              <a:buChar char="○"/>
            </a:pPr>
            <a:r>
              <a:rPr lang="en-US" sz="2800" dirty="0"/>
              <a:t>Doesn’t require external resources such as parsers and wordnet.</a:t>
            </a:r>
            <a:endParaRPr sz="2800" dirty="0"/>
          </a:p>
          <a:p>
            <a:pPr marL="914400" lvl="1" indent="-342900" algn="l" rtl="0">
              <a:lnSpc>
                <a:spcPct val="90000"/>
              </a:lnSpc>
              <a:spcBef>
                <a:spcPts val="0"/>
              </a:spcBef>
              <a:spcAft>
                <a:spcPts val="0"/>
              </a:spcAft>
              <a:buSzPts val="1800"/>
              <a:buChar char="○"/>
            </a:pPr>
            <a:r>
              <a:rPr lang="en-US" sz="2800" dirty="0"/>
              <a:t>Uses multiple filters for better information extraction.</a:t>
            </a:r>
            <a:endParaRPr sz="2800" dirty="0"/>
          </a:p>
          <a:p>
            <a:pPr marL="914400" lvl="1" indent="-342900" algn="l" rtl="0">
              <a:lnSpc>
                <a:spcPct val="90000"/>
              </a:lnSpc>
              <a:spcBef>
                <a:spcPts val="0"/>
              </a:spcBef>
              <a:spcAft>
                <a:spcPts val="0"/>
              </a:spcAft>
              <a:buSzPts val="1800"/>
              <a:buChar char="○"/>
            </a:pPr>
            <a:r>
              <a:rPr lang="en-US" sz="2800" dirty="0"/>
              <a:t>Doesn’t require hand-crafted features.</a:t>
            </a:r>
            <a:endParaRPr dirty="0"/>
          </a:p>
          <a:p>
            <a:pPr marL="457200" lvl="0" indent="-342900" algn="l" rtl="0">
              <a:lnSpc>
                <a:spcPct val="90000"/>
              </a:lnSpc>
              <a:spcBef>
                <a:spcPts val="1400"/>
              </a:spcBef>
              <a:spcAft>
                <a:spcPts val="0"/>
              </a:spcAft>
              <a:buSzPts val="1800"/>
              <a:buChar char="●"/>
            </a:pPr>
            <a:r>
              <a:rPr lang="en-US" sz="3200" dirty="0"/>
              <a:t>Research Direction:</a:t>
            </a:r>
            <a:endParaRPr sz="3200" dirty="0"/>
          </a:p>
          <a:p>
            <a:pPr marL="914400" lvl="1" indent="-342900" algn="l" rtl="0">
              <a:lnSpc>
                <a:spcPct val="90000"/>
              </a:lnSpc>
              <a:spcBef>
                <a:spcPts val="0"/>
              </a:spcBef>
              <a:spcAft>
                <a:spcPts val="0"/>
              </a:spcAft>
              <a:buSzPts val="1800"/>
              <a:buChar char="○"/>
            </a:pPr>
            <a:r>
              <a:rPr lang="en-US" sz="2800" dirty="0"/>
              <a:t>Architecture engineering is complex.</a:t>
            </a:r>
          </a:p>
          <a:p>
            <a:pPr marL="914400" lvl="1" indent="-342900" algn="l" rtl="0">
              <a:lnSpc>
                <a:spcPct val="90000"/>
              </a:lnSpc>
              <a:spcBef>
                <a:spcPts val="0"/>
              </a:spcBef>
              <a:spcAft>
                <a:spcPts val="0"/>
              </a:spcAft>
              <a:buSzPts val="1800"/>
              <a:buChar char="○"/>
            </a:pPr>
            <a:r>
              <a:rPr lang="en-US" sz="2800" dirty="0"/>
              <a:t>Model may not compete with simple but deeper networks with large training data</a:t>
            </a:r>
            <a:endParaRPr dirty="0"/>
          </a:p>
          <a:p>
            <a:pPr marL="457200" lvl="0" indent="-342900" algn="l" rtl="0">
              <a:lnSpc>
                <a:spcPct val="90000"/>
              </a:lnSpc>
              <a:spcBef>
                <a:spcPts val="1400"/>
              </a:spcBef>
              <a:spcAft>
                <a:spcPts val="0"/>
              </a:spcAft>
              <a:buSzPts val="1800"/>
              <a:buChar char="●"/>
            </a:pPr>
            <a:r>
              <a:rPr lang="en-US" sz="3200" dirty="0"/>
              <a:t>Can be used to find similarity and compliance between laws and policies.</a:t>
            </a:r>
            <a:endParaRPr sz="3200" dirty="0"/>
          </a:p>
        </p:txBody>
      </p:sp>
      <p:sp>
        <p:nvSpPr>
          <p:cNvPr id="192" name="Google Shape;192;g6206bf891a_1_30"/>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g62066006f0_0_16"/>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14" name="Google Shape;214;g62066006f0_0_16"/>
          <p:cNvSpPr txBox="1">
            <a:spLocks noGrp="1"/>
          </p:cNvSpPr>
          <p:nvPr>
            <p:ph type="title"/>
          </p:nvPr>
        </p:nvSpPr>
        <p:spPr>
          <a:xfrm>
            <a:off x="830950" y="536925"/>
            <a:ext cx="10720200" cy="1250700"/>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Clr>
                <a:srgbClr val="0C0C0C"/>
              </a:buClr>
              <a:buSzPts val="5000"/>
              <a:buFont typeface="Twentieth Century"/>
              <a:buNone/>
            </a:pPr>
            <a:r>
              <a:rPr lang="en-US" sz="4800"/>
              <a:t>Unsupervised Topic Extraction from Privacy Policies[4]</a:t>
            </a:r>
            <a:endParaRPr sz="4800"/>
          </a:p>
        </p:txBody>
      </p:sp>
      <p:sp>
        <p:nvSpPr>
          <p:cNvPr id="215" name="Google Shape;215;g62066006f0_0_16"/>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13</a:t>
            </a:fld>
            <a:endParaRPr/>
          </a:p>
        </p:txBody>
      </p:sp>
      <p:graphicFrame>
        <p:nvGraphicFramePr>
          <p:cNvPr id="216" name="Google Shape;216;g62066006f0_0_16"/>
          <p:cNvGraphicFramePr/>
          <p:nvPr/>
        </p:nvGraphicFramePr>
        <p:xfrm>
          <a:off x="952500" y="3048000"/>
          <a:ext cx="10287000" cy="2194500"/>
        </p:xfrm>
        <a:graphic>
          <a:graphicData uri="http://schemas.openxmlformats.org/drawingml/2006/table">
            <a:tbl>
              <a:tblPr>
                <a:noFill/>
                <a:tableStyleId>{AFA98F25-6EA0-472F-9848-9F2DDB919830}</a:tableStyleId>
              </a:tblPr>
              <a:tblGrid>
                <a:gridCol w="5143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US" sz="3000"/>
                        <a:t>Year of Publication</a:t>
                      </a:r>
                      <a:endParaRPr sz="3000"/>
                    </a:p>
                  </a:txBody>
                  <a:tcPr marL="91425" marR="91425" marT="91425" marB="91425"/>
                </a:tc>
                <a:tc>
                  <a:txBody>
                    <a:bodyPr/>
                    <a:lstStyle/>
                    <a:p>
                      <a:pPr marL="0" lvl="0" indent="0" algn="l" rtl="0">
                        <a:spcBef>
                          <a:spcPts val="0"/>
                        </a:spcBef>
                        <a:spcAft>
                          <a:spcPts val="0"/>
                        </a:spcAft>
                        <a:buNone/>
                      </a:pPr>
                      <a:r>
                        <a:rPr lang="en-US" sz="3000"/>
                        <a:t>2019</a:t>
                      </a:r>
                      <a:endParaRPr sz="3000"/>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sz="3000"/>
                        <a:t>Place of Publication</a:t>
                      </a:r>
                      <a:endParaRPr sz="3000"/>
                    </a:p>
                  </a:txBody>
                  <a:tcPr marL="91425" marR="91425" marT="91425" marB="91425"/>
                </a:tc>
                <a:tc>
                  <a:txBody>
                    <a:bodyPr/>
                    <a:lstStyle/>
                    <a:p>
                      <a:pPr marL="0" lvl="0" indent="0" algn="l" rtl="0">
                        <a:spcBef>
                          <a:spcPts val="0"/>
                        </a:spcBef>
                        <a:spcAft>
                          <a:spcPts val="0"/>
                        </a:spcAft>
                        <a:buNone/>
                      </a:pPr>
                      <a:r>
                        <a:rPr lang="en-US" sz="3000">
                          <a:solidFill>
                            <a:srgbClr val="222222"/>
                          </a:solidFill>
                          <a:highlight>
                            <a:srgbClr val="FFFFFF"/>
                          </a:highlight>
                        </a:rPr>
                        <a:t>Companion Proceedings of World Wide Web Conference, ACM.</a:t>
                      </a:r>
                      <a:endParaRPr sz="3000"/>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62066006f0_0_46"/>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22" name="Google Shape;222;g62066006f0_0_46"/>
          <p:cNvSpPr txBox="1">
            <a:spLocks noGrp="1"/>
          </p:cNvSpPr>
          <p:nvPr>
            <p:ph type="title"/>
          </p:nvPr>
        </p:nvSpPr>
        <p:spPr>
          <a:xfrm>
            <a:off x="830950" y="536924"/>
            <a:ext cx="9720000" cy="1250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C0C0C"/>
              </a:buClr>
              <a:buSzPts val="5000"/>
              <a:buFont typeface="Twentieth Century"/>
              <a:buNone/>
            </a:pPr>
            <a:r>
              <a:rPr lang="en-US"/>
              <a:t>High Level overview</a:t>
            </a:r>
            <a:endParaRPr sz="3000"/>
          </a:p>
        </p:txBody>
      </p:sp>
      <p:sp>
        <p:nvSpPr>
          <p:cNvPr id="223" name="Google Shape;223;g62066006f0_0_46"/>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14</a:t>
            </a:fld>
            <a:endParaRPr/>
          </a:p>
        </p:txBody>
      </p:sp>
      <p:pic>
        <p:nvPicPr>
          <p:cNvPr id="224" name="Google Shape;224;g62066006f0_0_46"/>
          <p:cNvPicPr preferRelativeResize="0"/>
          <p:nvPr/>
        </p:nvPicPr>
        <p:blipFill>
          <a:blip r:embed="rId3">
            <a:alphaModFix/>
          </a:blip>
          <a:stretch>
            <a:fillRect/>
          </a:stretch>
        </p:blipFill>
        <p:spPr>
          <a:xfrm>
            <a:off x="2152500" y="1455325"/>
            <a:ext cx="7837700" cy="48963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5" name="Google Shape;221;g62066006f0_0_46">
            <a:extLst>
              <a:ext uri="{FF2B5EF4-FFF2-40B4-BE49-F238E27FC236}">
                <a16:creationId xmlns:a16="http://schemas.microsoft.com/office/drawing/2014/main" id="{A84E5A71-E419-4A64-8A3D-358EB3ECA3F5}"/>
              </a:ext>
            </a:extLst>
          </p:cNvPr>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30" name="Google Shape;230;g62066006f0_0_106"/>
          <p:cNvSpPr txBox="1">
            <a:spLocks noGrp="1"/>
          </p:cNvSpPr>
          <p:nvPr>
            <p:ph type="body" idx="1"/>
          </p:nvPr>
        </p:nvSpPr>
        <p:spPr>
          <a:xfrm>
            <a:off x="830950" y="2020074"/>
            <a:ext cx="9720000" cy="4023300"/>
          </a:xfrm>
          <a:prstGeom prst="rect">
            <a:avLst/>
          </a:prstGeom>
        </p:spPr>
        <p:txBody>
          <a:bodyPr spcFirstLastPara="1" wrap="square" lIns="45700" tIns="45700" rIns="45700" bIns="45700" anchor="t" anchorCtr="0">
            <a:noAutofit/>
          </a:bodyPr>
          <a:lstStyle/>
          <a:p>
            <a:pPr marL="457200" lvl="0" indent="-419100" algn="l" rtl="0">
              <a:spcBef>
                <a:spcPts val="1200"/>
              </a:spcBef>
              <a:spcAft>
                <a:spcPts val="0"/>
              </a:spcAft>
              <a:buSzPts val="3000"/>
              <a:buChar char="●"/>
            </a:pPr>
            <a:r>
              <a:rPr lang="en-US" sz="3200" dirty="0"/>
              <a:t>Research Contributions:</a:t>
            </a:r>
            <a:endParaRPr sz="3200" dirty="0"/>
          </a:p>
          <a:p>
            <a:pPr marL="914400" lvl="1" indent="-419100" algn="l" rtl="0">
              <a:spcBef>
                <a:spcPts val="0"/>
              </a:spcBef>
              <a:spcAft>
                <a:spcPts val="0"/>
              </a:spcAft>
              <a:buSzPts val="3000"/>
              <a:buChar char="○"/>
            </a:pPr>
            <a:r>
              <a:rPr lang="en-US" sz="2800" dirty="0"/>
              <a:t>Provides insight into fine-details of PPs</a:t>
            </a:r>
            <a:endParaRPr sz="2800" dirty="0"/>
          </a:p>
          <a:p>
            <a:pPr marL="0" lvl="0" indent="0" algn="l" rtl="0">
              <a:spcBef>
                <a:spcPts val="1200"/>
              </a:spcBef>
              <a:spcAft>
                <a:spcPts val="0"/>
              </a:spcAft>
              <a:buNone/>
            </a:pPr>
            <a:endParaRPr sz="3000" dirty="0"/>
          </a:p>
          <a:p>
            <a:pPr marL="457200" lvl="0" indent="-419100" algn="l" rtl="0">
              <a:spcBef>
                <a:spcPts val="1200"/>
              </a:spcBef>
              <a:spcAft>
                <a:spcPts val="0"/>
              </a:spcAft>
              <a:buSzPts val="3000"/>
              <a:buChar char="●"/>
            </a:pPr>
            <a:r>
              <a:rPr lang="en-US" sz="3200" dirty="0"/>
              <a:t>Research Direction:</a:t>
            </a:r>
            <a:endParaRPr sz="3200" dirty="0"/>
          </a:p>
          <a:p>
            <a:pPr marL="914400" lvl="1" indent="-419100" algn="l" rtl="0">
              <a:spcBef>
                <a:spcPts val="0"/>
              </a:spcBef>
              <a:spcAft>
                <a:spcPts val="0"/>
              </a:spcAft>
              <a:buSzPts val="3000"/>
              <a:buChar char="○"/>
            </a:pPr>
            <a:r>
              <a:rPr lang="en-US" sz="2800" dirty="0"/>
              <a:t>Privacy Policies analyzed at paragraph level only.</a:t>
            </a:r>
            <a:endParaRPr sz="2800" dirty="0"/>
          </a:p>
          <a:p>
            <a:pPr marL="0" lvl="0" indent="0" algn="l" rtl="0">
              <a:spcBef>
                <a:spcPts val="1200"/>
              </a:spcBef>
              <a:spcAft>
                <a:spcPts val="0"/>
              </a:spcAft>
              <a:buNone/>
            </a:pPr>
            <a:endParaRPr sz="3000" dirty="0"/>
          </a:p>
          <a:p>
            <a:pPr marL="457200" lvl="0" indent="-419100" algn="l" rtl="0">
              <a:spcBef>
                <a:spcPts val="1200"/>
              </a:spcBef>
              <a:spcAft>
                <a:spcPts val="0"/>
              </a:spcAft>
              <a:buSzPts val="3000"/>
              <a:buChar char="●"/>
            </a:pPr>
            <a:r>
              <a:rPr lang="en-US" sz="3200" dirty="0"/>
              <a:t>Provides an unsupervised technique to label policies.</a:t>
            </a:r>
            <a:endParaRPr sz="3200" dirty="0"/>
          </a:p>
        </p:txBody>
      </p:sp>
      <p:sp>
        <p:nvSpPr>
          <p:cNvPr id="231" name="Google Shape;231;g62066006f0_0_106"/>
          <p:cNvSpPr txBox="1">
            <a:spLocks noGrp="1"/>
          </p:cNvSpPr>
          <p:nvPr>
            <p:ph type="sldNum" idx="12"/>
          </p:nvPr>
        </p:nvSpPr>
        <p:spPr>
          <a:xfrm>
            <a:off x="10837333" y="6470704"/>
            <a:ext cx="973800" cy="274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15</a:t>
            </a:fld>
            <a:endParaRPr/>
          </a:p>
        </p:txBody>
      </p:sp>
      <p:sp>
        <p:nvSpPr>
          <p:cNvPr id="4" name="Google Shape;190;g6206bf891a_1_30">
            <a:extLst>
              <a:ext uri="{FF2B5EF4-FFF2-40B4-BE49-F238E27FC236}">
                <a16:creationId xmlns:a16="http://schemas.microsoft.com/office/drawing/2014/main" id="{ACFDE3D3-8245-4233-BCCA-825B381B2CA3}"/>
              </a:ext>
            </a:extLst>
          </p:cNvPr>
          <p:cNvSpPr txBox="1">
            <a:spLocks noGrp="1"/>
          </p:cNvSpPr>
          <p:nvPr>
            <p:ph type="title"/>
          </p:nvPr>
        </p:nvSpPr>
        <p:spPr>
          <a:xfrm>
            <a:off x="830950" y="536924"/>
            <a:ext cx="9720000" cy="1250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dirty="0"/>
              <a:t>Critical Analysis</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62066006f0_0_7"/>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37" name="Google Shape;237;g62066006f0_0_7"/>
          <p:cNvSpPr txBox="1">
            <a:spLocks noGrp="1"/>
          </p:cNvSpPr>
          <p:nvPr>
            <p:ph type="title"/>
          </p:nvPr>
        </p:nvSpPr>
        <p:spPr>
          <a:xfrm>
            <a:off x="727931" y="821398"/>
            <a:ext cx="10736100" cy="1383900"/>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Clr>
                <a:srgbClr val="0C0C0C"/>
              </a:buClr>
              <a:buSzPts val="5000"/>
              <a:buFont typeface="Twentieth Century"/>
              <a:buNone/>
            </a:pPr>
            <a:r>
              <a:rPr lang="en-US" sz="4800" dirty="0" err="1"/>
              <a:t>Polisis</a:t>
            </a:r>
            <a:r>
              <a:rPr lang="en-US" sz="4800" dirty="0"/>
              <a:t>: Automated Analysis and Presentation of Privacy Policies Using Deep Learning[5]</a:t>
            </a:r>
            <a:endParaRPr sz="4800" dirty="0"/>
          </a:p>
        </p:txBody>
      </p:sp>
      <p:sp>
        <p:nvSpPr>
          <p:cNvPr id="238" name="Google Shape;238;g62066006f0_0_7"/>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16</a:t>
            </a:fld>
            <a:endParaRPr/>
          </a:p>
        </p:txBody>
      </p:sp>
      <p:graphicFrame>
        <p:nvGraphicFramePr>
          <p:cNvPr id="239" name="Google Shape;239;g62066006f0_0_7"/>
          <p:cNvGraphicFramePr/>
          <p:nvPr/>
        </p:nvGraphicFramePr>
        <p:xfrm>
          <a:off x="952500" y="3048000"/>
          <a:ext cx="10287000" cy="1737300"/>
        </p:xfrm>
        <a:graphic>
          <a:graphicData uri="http://schemas.openxmlformats.org/drawingml/2006/table">
            <a:tbl>
              <a:tblPr>
                <a:noFill/>
                <a:tableStyleId>{AFA98F25-6EA0-472F-9848-9F2DDB919830}</a:tableStyleId>
              </a:tblPr>
              <a:tblGrid>
                <a:gridCol w="5143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US" sz="3000"/>
                        <a:t>Year of Publication</a:t>
                      </a:r>
                      <a:endParaRPr sz="3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3000"/>
                        <a:t>2018</a:t>
                      </a:r>
                      <a:endParaRPr sz="3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sz="3000"/>
                        <a:t>Place of Publication</a:t>
                      </a:r>
                      <a:endParaRPr sz="3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3000" i="1">
                          <a:solidFill>
                            <a:srgbClr val="222222"/>
                          </a:solidFill>
                          <a:highlight>
                            <a:srgbClr val="FFFFFF"/>
                          </a:highlight>
                        </a:rPr>
                        <a:t>27th USENIX </a:t>
                      </a:r>
                      <a:r>
                        <a:rPr lang="en-US" sz="3000">
                          <a:solidFill>
                            <a:srgbClr val="222222"/>
                          </a:solidFill>
                          <a:highlight>
                            <a:srgbClr val="FFFFFF"/>
                          </a:highlight>
                        </a:rPr>
                        <a:t>Security Symposium</a:t>
                      </a:r>
                      <a:endParaRPr sz="3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62066006f0_0_37"/>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45" name="Google Shape;245;g62066006f0_0_37"/>
          <p:cNvSpPr txBox="1">
            <a:spLocks noGrp="1"/>
          </p:cNvSpPr>
          <p:nvPr>
            <p:ph type="title"/>
          </p:nvPr>
        </p:nvSpPr>
        <p:spPr>
          <a:xfrm>
            <a:off x="830950" y="536924"/>
            <a:ext cx="9720000" cy="4374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a:t>High Level overview</a:t>
            </a:r>
            <a:endParaRPr/>
          </a:p>
        </p:txBody>
      </p:sp>
      <p:sp>
        <p:nvSpPr>
          <p:cNvPr id="246" name="Google Shape;246;g62066006f0_0_37"/>
          <p:cNvSpPr txBox="1">
            <a:spLocks noGrp="1"/>
          </p:cNvSpPr>
          <p:nvPr>
            <p:ph type="body" idx="1"/>
          </p:nvPr>
        </p:nvSpPr>
        <p:spPr>
          <a:xfrm>
            <a:off x="830950" y="1682325"/>
            <a:ext cx="9720000" cy="4788300"/>
          </a:xfrm>
          <a:prstGeom prst="rect">
            <a:avLst/>
          </a:prstGeom>
          <a:noFill/>
          <a:ln>
            <a:noFill/>
          </a:ln>
        </p:spPr>
        <p:txBody>
          <a:bodyPr spcFirstLastPara="1" wrap="square" lIns="45700" tIns="45700" rIns="45700" bIns="45700" anchor="t" anchorCtr="0">
            <a:noAutofit/>
          </a:bodyPr>
          <a:lstStyle/>
          <a:p>
            <a:pPr marL="457200" lvl="0" indent="0" algn="l" rtl="0">
              <a:lnSpc>
                <a:spcPct val="90000"/>
              </a:lnSpc>
              <a:spcBef>
                <a:spcPts val="1400"/>
              </a:spcBef>
              <a:spcAft>
                <a:spcPts val="0"/>
              </a:spcAft>
              <a:buNone/>
            </a:pPr>
            <a:endParaRPr/>
          </a:p>
          <a:p>
            <a:pPr marL="0" lvl="0" indent="0" algn="l" rtl="0">
              <a:lnSpc>
                <a:spcPct val="90000"/>
              </a:lnSpc>
              <a:spcBef>
                <a:spcPts val="1400"/>
              </a:spcBef>
              <a:spcAft>
                <a:spcPts val="0"/>
              </a:spcAft>
              <a:buSzPts val="1800"/>
              <a:buNone/>
            </a:pPr>
            <a:endParaRPr/>
          </a:p>
        </p:txBody>
      </p:sp>
      <p:sp>
        <p:nvSpPr>
          <p:cNvPr id="247" name="Google Shape;247;g62066006f0_0_37"/>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17</a:t>
            </a:fld>
            <a:endParaRPr/>
          </a:p>
        </p:txBody>
      </p:sp>
      <p:pic>
        <p:nvPicPr>
          <p:cNvPr id="248" name="Google Shape;248;g62066006f0_0_37"/>
          <p:cNvPicPr preferRelativeResize="0"/>
          <p:nvPr/>
        </p:nvPicPr>
        <p:blipFill>
          <a:blip r:embed="rId3">
            <a:alphaModFix/>
          </a:blip>
          <a:stretch>
            <a:fillRect/>
          </a:stretch>
        </p:blipFill>
        <p:spPr>
          <a:xfrm>
            <a:off x="1311625" y="1146075"/>
            <a:ext cx="9720000" cy="5152875"/>
          </a:xfrm>
          <a:prstGeom prst="rect">
            <a:avLst/>
          </a:prstGeom>
          <a:noFill/>
          <a:ln>
            <a:noFill/>
          </a:ln>
        </p:spPr>
      </p:pic>
      <p:pic>
        <p:nvPicPr>
          <p:cNvPr id="249" name="Google Shape;249;g62066006f0_0_37"/>
          <p:cNvPicPr preferRelativeResize="0"/>
          <p:nvPr/>
        </p:nvPicPr>
        <p:blipFill rotWithShape="1">
          <a:blip r:embed="rId4">
            <a:alphaModFix/>
          </a:blip>
          <a:srcRect l="2014" t="12435" r="5152" b="12427"/>
          <a:stretch/>
        </p:blipFill>
        <p:spPr>
          <a:xfrm>
            <a:off x="1380475" y="1220775"/>
            <a:ext cx="9831899" cy="5152875"/>
          </a:xfrm>
          <a:prstGeom prst="rect">
            <a:avLst/>
          </a:prstGeom>
          <a:noFill/>
          <a:ln>
            <a:noFill/>
          </a:ln>
        </p:spPr>
      </p:pic>
      <p:pic>
        <p:nvPicPr>
          <p:cNvPr id="250" name="Google Shape;250;g62066006f0_0_37"/>
          <p:cNvPicPr preferRelativeResize="0"/>
          <p:nvPr/>
        </p:nvPicPr>
        <p:blipFill>
          <a:blip r:embed="rId3">
            <a:alphaModFix/>
          </a:blip>
          <a:stretch>
            <a:fillRect/>
          </a:stretch>
        </p:blipFill>
        <p:spPr>
          <a:xfrm>
            <a:off x="1380475" y="1146075"/>
            <a:ext cx="9831900" cy="51528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2" fill="hold" nodeType="clickEffect">
                                  <p:stCondLst>
                                    <p:cond delay="0"/>
                                  </p:stCondLst>
                                  <p:childTnLst>
                                    <p:anim calcmode="lin" valueType="num">
                                      <p:cBhvr additive="base">
                                        <p:cTn id="6" dur="1000"/>
                                        <p:tgtEl>
                                          <p:spTgt spid="250"/>
                                        </p:tgtEl>
                                        <p:attrNameLst>
                                          <p:attrName>ppt_x</p:attrName>
                                        </p:attrNameLst>
                                      </p:cBhvr>
                                      <p:tavLst>
                                        <p:tav tm="0">
                                          <p:val>
                                            <p:strVal val="#ppt_x"/>
                                          </p:val>
                                        </p:tav>
                                        <p:tav tm="100000">
                                          <p:val>
                                            <p:strVal val="#ppt_x+1"/>
                                          </p:val>
                                        </p:tav>
                                      </p:tavLst>
                                    </p:anim>
                                    <p:set>
                                      <p:cBhvr>
                                        <p:cTn id="7" dur="1" fill="hold">
                                          <p:stCondLst>
                                            <p:cond delay="1000"/>
                                          </p:stCondLst>
                                        </p:cTn>
                                        <p:tgtEl>
                                          <p:spTgt spid="25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xit" presetSubtype="8" fill="hold" nodeType="clickEffect">
                                  <p:stCondLst>
                                    <p:cond delay="0"/>
                                  </p:stCondLst>
                                  <p:childTnLst>
                                    <p:anim calcmode="lin" valueType="num">
                                      <p:cBhvr additive="base">
                                        <p:cTn id="11" dur="1000"/>
                                        <p:tgtEl>
                                          <p:spTgt spid="249"/>
                                        </p:tgtEl>
                                        <p:attrNameLst>
                                          <p:attrName>ppt_x</p:attrName>
                                        </p:attrNameLst>
                                      </p:cBhvr>
                                      <p:tavLst>
                                        <p:tav tm="0">
                                          <p:val>
                                            <p:strVal val="#ppt_x"/>
                                          </p:val>
                                        </p:tav>
                                        <p:tav tm="100000">
                                          <p:val>
                                            <p:strVal val="#ppt_x-1"/>
                                          </p:val>
                                        </p:tav>
                                      </p:tavLst>
                                    </p:anim>
                                    <p:set>
                                      <p:cBhvr>
                                        <p:cTn id="12" dur="1" fill="hold">
                                          <p:stCondLst>
                                            <p:cond delay="1000"/>
                                          </p:stCondLst>
                                        </p:cTn>
                                        <p:tgtEl>
                                          <p:spTgt spid="2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4" name="Google Shape;221;g62066006f0_0_46">
            <a:extLst>
              <a:ext uri="{FF2B5EF4-FFF2-40B4-BE49-F238E27FC236}">
                <a16:creationId xmlns:a16="http://schemas.microsoft.com/office/drawing/2014/main" id="{96250818-2D39-45EE-A97E-7D04CD62E02F}"/>
              </a:ext>
            </a:extLst>
          </p:cNvPr>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56" name="Google Shape;256;g62066006f0_0_96"/>
          <p:cNvSpPr txBox="1">
            <a:spLocks noGrp="1"/>
          </p:cNvSpPr>
          <p:nvPr>
            <p:ph type="body" idx="1"/>
          </p:nvPr>
        </p:nvSpPr>
        <p:spPr>
          <a:xfrm>
            <a:off x="830950" y="1712164"/>
            <a:ext cx="9720000" cy="4023300"/>
          </a:xfrm>
          <a:prstGeom prst="rect">
            <a:avLst/>
          </a:prstGeom>
        </p:spPr>
        <p:txBody>
          <a:bodyPr spcFirstLastPara="1" wrap="square" lIns="45700" tIns="45700" rIns="45700" bIns="45700" anchor="t" anchorCtr="0">
            <a:noAutofit/>
          </a:bodyPr>
          <a:lstStyle/>
          <a:p>
            <a:pPr marL="457200" lvl="0" indent="-419100" algn="l" rtl="0">
              <a:spcBef>
                <a:spcPts val="1200"/>
              </a:spcBef>
              <a:spcAft>
                <a:spcPts val="0"/>
              </a:spcAft>
              <a:buSzPts val="3000"/>
              <a:buChar char="●"/>
            </a:pPr>
            <a:r>
              <a:rPr lang="en-US" sz="3200" dirty="0"/>
              <a:t>Research Contributions:</a:t>
            </a:r>
            <a:endParaRPr sz="3200" dirty="0"/>
          </a:p>
          <a:p>
            <a:pPr marL="914400" lvl="1" indent="-419100" algn="l" rtl="0">
              <a:spcBef>
                <a:spcPts val="0"/>
              </a:spcBef>
              <a:spcAft>
                <a:spcPts val="0"/>
              </a:spcAft>
              <a:buSzPts val="3000"/>
              <a:buChar char="○"/>
            </a:pPr>
            <a:r>
              <a:rPr lang="en-US" sz="2800" dirty="0"/>
              <a:t>QA system without any dataset available.</a:t>
            </a:r>
            <a:endParaRPr sz="2800" dirty="0"/>
          </a:p>
          <a:p>
            <a:pPr marL="914400" lvl="1" indent="-419100" algn="l" rtl="0">
              <a:spcBef>
                <a:spcPts val="0"/>
              </a:spcBef>
              <a:spcAft>
                <a:spcPts val="0"/>
              </a:spcAft>
              <a:buSzPts val="3000"/>
              <a:buChar char="○"/>
            </a:pPr>
            <a:r>
              <a:rPr lang="en-US" sz="2800" dirty="0"/>
              <a:t>Sub-word embeddings for robustness to unseen words.</a:t>
            </a:r>
            <a:endParaRPr sz="2800" dirty="0"/>
          </a:p>
          <a:p>
            <a:pPr marL="0" lvl="0" indent="0" algn="l" rtl="0">
              <a:spcBef>
                <a:spcPts val="1200"/>
              </a:spcBef>
              <a:spcAft>
                <a:spcPts val="0"/>
              </a:spcAft>
              <a:buNone/>
            </a:pPr>
            <a:endParaRPr sz="3000" dirty="0"/>
          </a:p>
          <a:p>
            <a:pPr marL="457200" lvl="0" indent="-419100" algn="l" rtl="0">
              <a:spcBef>
                <a:spcPts val="1200"/>
              </a:spcBef>
              <a:spcAft>
                <a:spcPts val="0"/>
              </a:spcAft>
              <a:buSzPts val="3000"/>
              <a:buChar char="●"/>
            </a:pPr>
            <a:r>
              <a:rPr lang="en-US" sz="3200" dirty="0"/>
              <a:t>Research Direction:</a:t>
            </a:r>
            <a:endParaRPr sz="3200" dirty="0"/>
          </a:p>
          <a:p>
            <a:pPr marL="914400" lvl="1" indent="-419100" algn="l" rtl="0">
              <a:spcBef>
                <a:spcPts val="0"/>
              </a:spcBef>
              <a:spcAft>
                <a:spcPts val="0"/>
              </a:spcAft>
              <a:buSzPts val="3000"/>
              <a:buChar char="○"/>
            </a:pPr>
            <a:r>
              <a:rPr lang="en-US" sz="2800" dirty="0"/>
              <a:t>Dependent on OPP-115 dataset</a:t>
            </a:r>
            <a:endParaRPr sz="2800" dirty="0"/>
          </a:p>
          <a:p>
            <a:pPr marL="0" lvl="0" indent="0" algn="l" rtl="0">
              <a:spcBef>
                <a:spcPts val="1200"/>
              </a:spcBef>
              <a:spcAft>
                <a:spcPts val="0"/>
              </a:spcAft>
              <a:buNone/>
            </a:pPr>
            <a:endParaRPr sz="3000" dirty="0"/>
          </a:p>
          <a:p>
            <a:pPr marL="457200" lvl="0" indent="-419100" algn="l" rtl="0">
              <a:spcBef>
                <a:spcPts val="1200"/>
              </a:spcBef>
              <a:spcAft>
                <a:spcPts val="0"/>
              </a:spcAft>
              <a:buSzPts val="3000"/>
              <a:buChar char="●"/>
            </a:pPr>
            <a:r>
              <a:rPr lang="en-US" sz="3200" dirty="0"/>
              <a:t>Provides an end-to-end overview on labelling policies</a:t>
            </a:r>
            <a:endParaRPr sz="3200" dirty="0"/>
          </a:p>
        </p:txBody>
      </p:sp>
      <p:sp>
        <p:nvSpPr>
          <p:cNvPr id="257" name="Google Shape;257;g62066006f0_0_96"/>
          <p:cNvSpPr txBox="1">
            <a:spLocks noGrp="1"/>
          </p:cNvSpPr>
          <p:nvPr>
            <p:ph type="sldNum" idx="12"/>
          </p:nvPr>
        </p:nvSpPr>
        <p:spPr>
          <a:xfrm>
            <a:off x="10837333" y="6470704"/>
            <a:ext cx="973800" cy="274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000"/>
              <a:buFont typeface="Arial"/>
              <a:buNone/>
            </a:pPr>
            <a:fld id="{00000000-1234-1234-1234-123412341234}" type="slidenum">
              <a:rPr lang="en-US"/>
              <a:t>18</a:t>
            </a:fld>
            <a:endParaRPr/>
          </a:p>
        </p:txBody>
      </p:sp>
      <p:sp>
        <p:nvSpPr>
          <p:cNvPr id="5" name="Google Shape;190;g6206bf891a_1_30">
            <a:extLst>
              <a:ext uri="{FF2B5EF4-FFF2-40B4-BE49-F238E27FC236}">
                <a16:creationId xmlns:a16="http://schemas.microsoft.com/office/drawing/2014/main" id="{51C2585C-A0B5-4FC0-8762-B86CDF08F518}"/>
              </a:ext>
            </a:extLst>
          </p:cNvPr>
          <p:cNvSpPr txBox="1">
            <a:spLocks noGrp="1"/>
          </p:cNvSpPr>
          <p:nvPr>
            <p:ph type="title"/>
          </p:nvPr>
        </p:nvSpPr>
        <p:spPr>
          <a:xfrm>
            <a:off x="830950" y="536924"/>
            <a:ext cx="9720000" cy="1250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dirty="0"/>
              <a:t>Critical Analysis</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g62066006f0_0_83"/>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63" name="Google Shape;263;g62066006f0_0_83"/>
          <p:cNvSpPr txBox="1">
            <a:spLocks noGrp="1"/>
          </p:cNvSpPr>
          <p:nvPr>
            <p:ph type="title"/>
          </p:nvPr>
        </p:nvSpPr>
        <p:spPr>
          <a:xfrm>
            <a:off x="830950" y="801757"/>
            <a:ext cx="9720000" cy="4374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dirty="0"/>
              <a:t>Comparison table of papers</a:t>
            </a:r>
            <a:endParaRPr dirty="0"/>
          </a:p>
        </p:txBody>
      </p:sp>
      <p:sp>
        <p:nvSpPr>
          <p:cNvPr id="264" name="Google Shape;264;g62066006f0_0_83"/>
          <p:cNvSpPr txBox="1">
            <a:spLocks noGrp="1"/>
          </p:cNvSpPr>
          <p:nvPr>
            <p:ph type="body" idx="1"/>
          </p:nvPr>
        </p:nvSpPr>
        <p:spPr>
          <a:xfrm>
            <a:off x="830950" y="1682325"/>
            <a:ext cx="9720000" cy="4788300"/>
          </a:xfrm>
          <a:prstGeom prst="rect">
            <a:avLst/>
          </a:prstGeom>
          <a:noFill/>
          <a:ln>
            <a:noFill/>
          </a:ln>
        </p:spPr>
        <p:txBody>
          <a:bodyPr spcFirstLastPara="1" wrap="square" lIns="45700" tIns="45700" rIns="45700" bIns="45700" anchor="t" anchorCtr="0">
            <a:noAutofit/>
          </a:bodyPr>
          <a:lstStyle/>
          <a:p>
            <a:pPr marL="457200" lvl="0" indent="0" algn="l" rtl="0">
              <a:lnSpc>
                <a:spcPct val="90000"/>
              </a:lnSpc>
              <a:spcBef>
                <a:spcPts val="1400"/>
              </a:spcBef>
              <a:spcAft>
                <a:spcPts val="0"/>
              </a:spcAft>
              <a:buNone/>
            </a:pPr>
            <a:endParaRPr/>
          </a:p>
          <a:p>
            <a:pPr marL="0" lvl="0" indent="0" algn="l" rtl="0">
              <a:lnSpc>
                <a:spcPct val="90000"/>
              </a:lnSpc>
              <a:spcBef>
                <a:spcPts val="1400"/>
              </a:spcBef>
              <a:spcAft>
                <a:spcPts val="0"/>
              </a:spcAft>
              <a:buSzPts val="1800"/>
              <a:buNone/>
            </a:pPr>
            <a:endParaRPr/>
          </a:p>
        </p:txBody>
      </p:sp>
      <p:sp>
        <p:nvSpPr>
          <p:cNvPr id="265" name="Google Shape;265;g62066006f0_0_83"/>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19</a:t>
            </a:fld>
            <a:endParaRPr/>
          </a:p>
        </p:txBody>
      </p:sp>
      <p:graphicFrame>
        <p:nvGraphicFramePr>
          <p:cNvPr id="2" name="Table 1">
            <a:extLst>
              <a:ext uri="{FF2B5EF4-FFF2-40B4-BE49-F238E27FC236}">
                <a16:creationId xmlns:a16="http://schemas.microsoft.com/office/drawing/2014/main" id="{D224584B-E5A6-47C5-BF62-D0B00CC29ADD}"/>
              </a:ext>
            </a:extLst>
          </p:cNvPr>
          <p:cNvGraphicFramePr>
            <a:graphicFrameLocks noGrp="1"/>
          </p:cNvGraphicFramePr>
          <p:nvPr>
            <p:extLst>
              <p:ext uri="{D42A27DB-BD31-4B8C-83A1-F6EECF244321}">
                <p14:modId xmlns:p14="http://schemas.microsoft.com/office/powerpoint/2010/main" val="2953495947"/>
              </p:ext>
            </p:extLst>
          </p:nvPr>
        </p:nvGraphicFramePr>
        <p:xfrm>
          <a:off x="1781764" y="1741215"/>
          <a:ext cx="8628434" cy="4315028"/>
        </p:xfrm>
        <a:graphic>
          <a:graphicData uri="http://schemas.openxmlformats.org/drawingml/2006/table">
            <a:tbl>
              <a:tblPr/>
              <a:tblGrid>
                <a:gridCol w="1553936">
                  <a:extLst>
                    <a:ext uri="{9D8B030D-6E8A-4147-A177-3AD203B41FA5}">
                      <a16:colId xmlns:a16="http://schemas.microsoft.com/office/drawing/2014/main" val="2083189416"/>
                    </a:ext>
                  </a:extLst>
                </a:gridCol>
                <a:gridCol w="1860633">
                  <a:extLst>
                    <a:ext uri="{9D8B030D-6E8A-4147-A177-3AD203B41FA5}">
                      <a16:colId xmlns:a16="http://schemas.microsoft.com/office/drawing/2014/main" val="3835725495"/>
                    </a:ext>
                  </a:extLst>
                </a:gridCol>
                <a:gridCol w="2392245">
                  <a:extLst>
                    <a:ext uri="{9D8B030D-6E8A-4147-A177-3AD203B41FA5}">
                      <a16:colId xmlns:a16="http://schemas.microsoft.com/office/drawing/2014/main" val="2636094233"/>
                    </a:ext>
                  </a:extLst>
                </a:gridCol>
                <a:gridCol w="2821620">
                  <a:extLst>
                    <a:ext uri="{9D8B030D-6E8A-4147-A177-3AD203B41FA5}">
                      <a16:colId xmlns:a16="http://schemas.microsoft.com/office/drawing/2014/main" val="3282487094"/>
                    </a:ext>
                  </a:extLst>
                </a:gridCol>
              </a:tblGrid>
              <a:tr h="449993">
                <a:tc>
                  <a:txBody>
                    <a:bodyPr/>
                    <a:lstStyle/>
                    <a:p>
                      <a:pPr rtl="0" fontAlgn="t">
                        <a:spcBef>
                          <a:spcPts val="0"/>
                        </a:spcBef>
                        <a:spcAft>
                          <a:spcPts val="0"/>
                        </a:spcAft>
                      </a:pPr>
                      <a:r>
                        <a:rPr lang="en-US" sz="2400" b="0" i="0" u="none" strike="noStrike" dirty="0">
                          <a:solidFill>
                            <a:srgbClr val="000000"/>
                          </a:solidFill>
                          <a:effectLst/>
                          <a:latin typeface="Arial" panose="020B0604020202020204" pitchFamily="34" charset="0"/>
                        </a:rPr>
                        <a:t>Papers</a:t>
                      </a:r>
                      <a:endParaRPr lang="en-US"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2400" b="0" i="0" u="none" strike="noStrike" dirty="0">
                          <a:solidFill>
                            <a:srgbClr val="000000"/>
                          </a:solidFill>
                          <a:effectLst/>
                          <a:latin typeface="Arial" panose="020B0604020202020204" pitchFamily="34" charset="0"/>
                        </a:rPr>
                        <a:t>Extrinsic Evaluation</a:t>
                      </a:r>
                      <a:endParaRPr lang="en-US"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2400" b="0" i="0" u="none" strike="noStrike" dirty="0">
                          <a:solidFill>
                            <a:srgbClr val="000000"/>
                          </a:solidFill>
                          <a:effectLst/>
                          <a:latin typeface="Arial" panose="020B0604020202020204" pitchFamily="34" charset="0"/>
                        </a:rPr>
                        <a:t>Account for PP dynamics</a:t>
                      </a:r>
                      <a:endParaRPr lang="en-US"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2400" b="0" i="0" u="none" strike="noStrike" dirty="0">
                          <a:solidFill>
                            <a:srgbClr val="000000"/>
                          </a:solidFill>
                          <a:effectLst/>
                          <a:latin typeface="Arial" panose="020B0604020202020204" pitchFamily="34" charset="0"/>
                        </a:rPr>
                        <a:t>Comparison with previous work</a:t>
                      </a:r>
                      <a:endParaRPr lang="en-US"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1674517"/>
                  </a:ext>
                </a:extLst>
              </a:tr>
              <a:tr h="845676">
                <a:tc>
                  <a:txBody>
                    <a:bodyPr/>
                    <a:lstStyle/>
                    <a:p>
                      <a:pPr rtl="0" fontAlgn="t">
                        <a:spcBef>
                          <a:spcPts val="0"/>
                        </a:spcBef>
                        <a:spcAft>
                          <a:spcPts val="0"/>
                        </a:spcAft>
                      </a:pPr>
                      <a:r>
                        <a:rPr lang="en-US" sz="2400" b="0" i="0" u="none" strike="noStrike" dirty="0" err="1">
                          <a:solidFill>
                            <a:srgbClr val="000000"/>
                          </a:solidFill>
                          <a:effectLst/>
                          <a:latin typeface="Arial" panose="020B0604020202020204" pitchFamily="34" charset="0"/>
                        </a:rPr>
                        <a:t>Polisis</a:t>
                      </a:r>
                      <a:endParaRPr lang="en-US"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M" sz="2400" b="0" i="0" u="none" strike="noStrike" dirty="0">
                          <a:solidFill>
                            <a:srgbClr val="000000"/>
                          </a:solidFill>
                          <a:effectLst/>
                          <a:latin typeface="Arial" panose="020B0604020202020204" pitchFamily="34" charset="0"/>
                        </a:rPr>
                        <a:t>✔</a:t>
                      </a:r>
                      <a:endParaRPr lang="en-UM"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t"/>
                      <a:br>
                        <a:rPr lang="en-UM">
                          <a:effectLst/>
                        </a:rPr>
                      </a:br>
                      <a:endParaRPr lang="en-UM">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t"/>
                      <a:br>
                        <a:rPr lang="en-UM">
                          <a:effectLst/>
                        </a:rPr>
                      </a:br>
                      <a:endParaRPr lang="en-UM">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9730136"/>
                  </a:ext>
                </a:extLst>
              </a:tr>
              <a:tr h="845676">
                <a:tc>
                  <a:txBody>
                    <a:bodyPr/>
                    <a:lstStyle/>
                    <a:p>
                      <a:pPr rtl="0" fontAlgn="t">
                        <a:spcBef>
                          <a:spcPts val="0"/>
                        </a:spcBef>
                        <a:spcAft>
                          <a:spcPts val="0"/>
                        </a:spcAft>
                      </a:pPr>
                      <a:r>
                        <a:rPr lang="en-US" sz="2400" b="0" i="0" u="none" strike="noStrike" dirty="0">
                          <a:solidFill>
                            <a:srgbClr val="000000"/>
                          </a:solidFill>
                          <a:effectLst/>
                          <a:latin typeface="Arial" panose="020B0604020202020204" pitchFamily="34" charset="0"/>
                        </a:rPr>
                        <a:t>LDA</a:t>
                      </a:r>
                      <a:endParaRPr lang="en-US"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t"/>
                      <a:br>
                        <a:rPr lang="en-UM">
                          <a:effectLst/>
                        </a:rPr>
                      </a:br>
                      <a:endParaRPr lang="en-UM">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M" sz="2400" b="0" i="0" u="none" strike="noStrike" dirty="0">
                          <a:solidFill>
                            <a:srgbClr val="000000"/>
                          </a:solidFill>
                          <a:effectLst/>
                          <a:latin typeface="Arial" panose="020B0604020202020204" pitchFamily="34" charset="0"/>
                        </a:rPr>
                        <a:t>✔</a:t>
                      </a:r>
                      <a:endParaRPr lang="en-UM"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M" sz="2400" b="0" i="0" u="none" strike="noStrike" dirty="0">
                          <a:solidFill>
                            <a:srgbClr val="000000"/>
                          </a:solidFill>
                          <a:effectLst/>
                          <a:latin typeface="Arial" panose="020B0604020202020204" pitchFamily="34" charset="0"/>
                        </a:rPr>
                        <a:t>✔</a:t>
                      </a:r>
                      <a:endParaRPr lang="en-UM"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7032652"/>
                  </a:ext>
                </a:extLst>
              </a:tr>
              <a:tr h="845676">
                <a:tc>
                  <a:txBody>
                    <a:bodyPr/>
                    <a:lstStyle/>
                    <a:p>
                      <a:pPr rtl="0" fontAlgn="t">
                        <a:spcBef>
                          <a:spcPts val="0"/>
                        </a:spcBef>
                        <a:spcAft>
                          <a:spcPts val="0"/>
                        </a:spcAft>
                      </a:pPr>
                      <a:r>
                        <a:rPr lang="en-US" sz="2400" b="0" i="0" u="none" strike="noStrike" dirty="0">
                          <a:solidFill>
                            <a:srgbClr val="000000"/>
                          </a:solidFill>
                          <a:effectLst/>
                          <a:latin typeface="Arial" panose="020B0604020202020204" pitchFamily="34" charset="0"/>
                        </a:rPr>
                        <a:t>HMM</a:t>
                      </a:r>
                      <a:endParaRPr lang="en-US"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t"/>
                      <a:br>
                        <a:rPr lang="en-UM">
                          <a:effectLst/>
                        </a:rPr>
                      </a:br>
                      <a:endParaRPr lang="en-UM">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t"/>
                      <a:br>
                        <a:rPr lang="en-UM">
                          <a:effectLst/>
                        </a:rPr>
                      </a:br>
                      <a:endParaRPr lang="en-UM">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M" sz="2400" b="0" i="0" u="none" strike="noStrike" dirty="0">
                          <a:solidFill>
                            <a:srgbClr val="000000"/>
                          </a:solidFill>
                          <a:effectLst/>
                          <a:latin typeface="Arial" panose="020B0604020202020204" pitchFamily="34" charset="0"/>
                        </a:rPr>
                        <a:t>✔</a:t>
                      </a:r>
                      <a:endParaRPr lang="en-UM"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158887"/>
                  </a:ext>
                </a:extLst>
              </a:tr>
              <a:tr h="845676">
                <a:tc>
                  <a:txBody>
                    <a:bodyPr/>
                    <a:lstStyle/>
                    <a:p>
                      <a:pPr rtl="0" fontAlgn="t">
                        <a:spcBef>
                          <a:spcPts val="0"/>
                        </a:spcBef>
                        <a:spcAft>
                          <a:spcPts val="0"/>
                        </a:spcAft>
                      </a:pPr>
                      <a:r>
                        <a:rPr lang="en-US" sz="2400" dirty="0">
                          <a:effectLst/>
                        </a:rPr>
                        <a:t>CNN</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endParaRPr lang="en-UM"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t"/>
                      <a:br>
                        <a:rPr lang="en-UM">
                          <a:effectLst/>
                        </a:rPr>
                      </a:br>
                      <a:endParaRPr lang="en-UM">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M" sz="2400" b="0" i="0" u="none" strike="noStrike" dirty="0">
                          <a:solidFill>
                            <a:srgbClr val="000000"/>
                          </a:solidFill>
                          <a:effectLst/>
                          <a:latin typeface="Arial" panose="020B0604020202020204" pitchFamily="34" charset="0"/>
                        </a:rPr>
                        <a:t>✔</a:t>
                      </a:r>
                      <a:endParaRPr lang="en-UM" sz="2400" dirty="0">
                        <a:effectLst/>
                      </a:endParaRPr>
                    </a:p>
                    <a:p>
                      <a:pPr fontAlgn="t"/>
                      <a:br>
                        <a:rPr lang="en-UM" dirty="0">
                          <a:effectLst/>
                        </a:rPr>
                      </a:br>
                      <a:endParaRPr lang="en-UM"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16225048"/>
                  </a:ext>
                </a:extLst>
              </a:tr>
            </a:tbl>
          </a:graphicData>
        </a:graphic>
      </p:graphicFrame>
      <p:sp>
        <p:nvSpPr>
          <p:cNvPr id="3" name="Rectangle 1">
            <a:extLst>
              <a:ext uri="{FF2B5EF4-FFF2-40B4-BE49-F238E27FC236}">
                <a16:creationId xmlns:a16="http://schemas.microsoft.com/office/drawing/2014/main" id="{A91337B9-BFD2-4EA2-982D-1CCA5605A158}"/>
              </a:ext>
            </a:extLst>
          </p:cNvPr>
          <p:cNvSpPr>
            <a:spLocks noChangeArrowheads="1"/>
          </p:cNvSpPr>
          <p:nvPr/>
        </p:nvSpPr>
        <p:spPr bwMode="auto">
          <a:xfrm>
            <a:off x="-3121713" y="2365673"/>
            <a:ext cx="2526425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M" altLang="en-UM" sz="1800" b="0" i="0" u="none" strike="noStrike" cap="none" normalizeH="0" baseline="0">
                <a:ln>
                  <a:noFill/>
                </a:ln>
                <a:solidFill>
                  <a:schemeClr val="tx1"/>
                </a:solidFill>
                <a:effectLst/>
                <a:latin typeface="Arial" panose="020B0604020202020204" pitchFamily="34" charset="0"/>
              </a:rPr>
            </a:br>
            <a:endParaRPr kumimoji="0" lang="en-UM" altLang="en-UM"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M" altLang="en-UM"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62066006f0_0_54"/>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71" name="Google Shape;271;g62066006f0_0_54"/>
          <p:cNvSpPr txBox="1">
            <a:spLocks noGrp="1"/>
          </p:cNvSpPr>
          <p:nvPr>
            <p:ph type="title"/>
          </p:nvPr>
        </p:nvSpPr>
        <p:spPr>
          <a:xfrm>
            <a:off x="830950" y="536924"/>
            <a:ext cx="9720000" cy="1250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a:t>Research Gap</a:t>
            </a:r>
            <a:endParaRPr/>
          </a:p>
        </p:txBody>
      </p:sp>
      <p:sp>
        <p:nvSpPr>
          <p:cNvPr id="272" name="Google Shape;272;g62066006f0_0_54"/>
          <p:cNvSpPr txBox="1">
            <a:spLocks noGrp="1"/>
          </p:cNvSpPr>
          <p:nvPr>
            <p:ph type="body" idx="1"/>
          </p:nvPr>
        </p:nvSpPr>
        <p:spPr>
          <a:xfrm>
            <a:off x="907150" y="1682325"/>
            <a:ext cx="9720000" cy="4788300"/>
          </a:xfrm>
          <a:prstGeom prst="rect">
            <a:avLst/>
          </a:prstGeom>
          <a:noFill/>
          <a:ln>
            <a:noFill/>
          </a:ln>
        </p:spPr>
        <p:txBody>
          <a:bodyPr spcFirstLastPara="1" wrap="square" lIns="45700" tIns="45700" rIns="45700" bIns="45700" anchor="t" anchorCtr="0">
            <a:noAutofit/>
          </a:bodyPr>
          <a:lstStyle/>
          <a:p>
            <a:pPr marL="457200" lvl="0" indent="-387350" algn="l" rtl="0">
              <a:spcBef>
                <a:spcPts val="1400"/>
              </a:spcBef>
              <a:spcAft>
                <a:spcPts val="0"/>
              </a:spcAft>
              <a:buSzPts val="2500"/>
              <a:buChar char="●"/>
            </a:pPr>
            <a:r>
              <a:rPr lang="en-US" sz="3200" dirty="0"/>
              <a:t>Privacy Policies analyzed from many angles:</a:t>
            </a:r>
            <a:endParaRPr sz="3200" dirty="0"/>
          </a:p>
          <a:p>
            <a:pPr marL="914400" lvl="1" indent="-387350" algn="l" rtl="0">
              <a:lnSpc>
                <a:spcPct val="90000"/>
              </a:lnSpc>
              <a:spcBef>
                <a:spcPts val="0"/>
              </a:spcBef>
              <a:spcAft>
                <a:spcPts val="0"/>
              </a:spcAft>
              <a:buSzPts val="2500"/>
              <a:buChar char="○"/>
            </a:pPr>
            <a:r>
              <a:rPr lang="en-US" sz="2800" dirty="0"/>
              <a:t>Usability [6]</a:t>
            </a:r>
            <a:endParaRPr sz="2800" dirty="0"/>
          </a:p>
          <a:p>
            <a:pPr marL="914400" lvl="1" indent="-387350" algn="l" rtl="0">
              <a:lnSpc>
                <a:spcPct val="90000"/>
              </a:lnSpc>
              <a:spcBef>
                <a:spcPts val="0"/>
              </a:spcBef>
              <a:spcAft>
                <a:spcPts val="0"/>
              </a:spcAft>
              <a:buSzPts val="2500"/>
              <a:buChar char="○"/>
            </a:pPr>
            <a:r>
              <a:rPr lang="en-US" sz="2800" dirty="0"/>
              <a:t>Content [7]</a:t>
            </a:r>
            <a:endParaRPr sz="2800" dirty="0"/>
          </a:p>
          <a:p>
            <a:pPr marL="914400" lvl="1" indent="-387350" algn="l" rtl="0">
              <a:lnSpc>
                <a:spcPct val="90000"/>
              </a:lnSpc>
              <a:spcBef>
                <a:spcPts val="0"/>
              </a:spcBef>
              <a:spcAft>
                <a:spcPts val="0"/>
              </a:spcAft>
              <a:buSzPts val="2500"/>
              <a:buChar char="○"/>
            </a:pPr>
            <a:r>
              <a:rPr lang="en-US" sz="2800" dirty="0"/>
              <a:t>Readability [8] </a:t>
            </a:r>
            <a:endParaRPr sz="2800" dirty="0"/>
          </a:p>
          <a:p>
            <a:pPr marL="914400" lvl="1" indent="-387350" algn="l" rtl="0">
              <a:lnSpc>
                <a:spcPct val="90000"/>
              </a:lnSpc>
              <a:spcBef>
                <a:spcPts val="0"/>
              </a:spcBef>
              <a:spcAft>
                <a:spcPts val="0"/>
              </a:spcAft>
              <a:buSzPts val="2500"/>
              <a:buChar char="○"/>
            </a:pPr>
            <a:r>
              <a:rPr lang="en-US" sz="2800" dirty="0"/>
              <a:t>Changes [9]</a:t>
            </a:r>
            <a:endParaRPr sz="2800" dirty="0"/>
          </a:p>
          <a:p>
            <a:pPr marL="0" lvl="0" indent="0" algn="l" rtl="0">
              <a:lnSpc>
                <a:spcPct val="90000"/>
              </a:lnSpc>
              <a:spcBef>
                <a:spcPts val="1400"/>
              </a:spcBef>
              <a:spcAft>
                <a:spcPts val="0"/>
              </a:spcAft>
              <a:buNone/>
            </a:pPr>
            <a:endParaRPr sz="2500" dirty="0"/>
          </a:p>
          <a:p>
            <a:pPr marL="457200" lvl="0" indent="-387350" algn="l" rtl="0">
              <a:lnSpc>
                <a:spcPct val="90000"/>
              </a:lnSpc>
              <a:spcBef>
                <a:spcPts val="1400"/>
              </a:spcBef>
              <a:spcAft>
                <a:spcPts val="0"/>
              </a:spcAft>
              <a:buSzPts val="2500"/>
              <a:buChar char="●"/>
            </a:pPr>
            <a:r>
              <a:rPr lang="en-US" sz="3200" dirty="0"/>
              <a:t>No work done yet to check compliance of privacy policies with laws.</a:t>
            </a:r>
            <a:endParaRPr sz="3200" dirty="0"/>
          </a:p>
          <a:p>
            <a:pPr marL="91440" lvl="0" indent="0" algn="l" rtl="0">
              <a:lnSpc>
                <a:spcPct val="90000"/>
              </a:lnSpc>
              <a:spcBef>
                <a:spcPts val="1400"/>
              </a:spcBef>
              <a:spcAft>
                <a:spcPts val="0"/>
              </a:spcAft>
              <a:buSzPts val="1800"/>
              <a:buNone/>
            </a:pPr>
            <a:endParaRPr dirty="0"/>
          </a:p>
          <a:p>
            <a:pPr marL="0" lvl="0" indent="0" algn="l" rtl="0">
              <a:lnSpc>
                <a:spcPct val="90000"/>
              </a:lnSpc>
              <a:spcBef>
                <a:spcPts val="1400"/>
              </a:spcBef>
              <a:spcAft>
                <a:spcPts val="0"/>
              </a:spcAft>
              <a:buSzPts val="1800"/>
              <a:buNone/>
            </a:pPr>
            <a:endParaRPr dirty="0"/>
          </a:p>
        </p:txBody>
      </p:sp>
      <p:sp>
        <p:nvSpPr>
          <p:cNvPr id="273" name="Google Shape;273;g62066006f0_0_54"/>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62;g62066006f0_0_83">
            <a:extLst>
              <a:ext uri="{FF2B5EF4-FFF2-40B4-BE49-F238E27FC236}">
                <a16:creationId xmlns:a16="http://schemas.microsoft.com/office/drawing/2014/main" id="{69C8F5DB-EE98-4274-B774-FC83394F7023}"/>
              </a:ext>
            </a:extLst>
          </p:cNvPr>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78" name="Google Shape;278;g62066006f0_0_61"/>
          <p:cNvSpPr txBox="1">
            <a:spLocks noGrp="1"/>
          </p:cNvSpPr>
          <p:nvPr>
            <p:ph type="title"/>
          </p:nvPr>
        </p:nvSpPr>
        <p:spPr>
          <a:xfrm>
            <a:off x="620550" y="457200"/>
            <a:ext cx="9720000" cy="7923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dirty="0"/>
              <a:t>Proposed Methodology</a:t>
            </a:r>
            <a:endParaRPr dirty="0"/>
          </a:p>
        </p:txBody>
      </p:sp>
      <p:sp>
        <p:nvSpPr>
          <p:cNvPr id="279" name="Google Shape;279;g62066006f0_0_61"/>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21</a:t>
            </a:fld>
            <a:endParaRPr/>
          </a:p>
        </p:txBody>
      </p:sp>
      <p:pic>
        <p:nvPicPr>
          <p:cNvPr id="280" name="Google Shape;280;g62066006f0_0_61"/>
          <p:cNvPicPr preferRelativeResize="0"/>
          <p:nvPr/>
        </p:nvPicPr>
        <p:blipFill rotWithShape="1">
          <a:blip r:embed="rId3">
            <a:alphaModFix/>
          </a:blip>
          <a:srcRect b="2074"/>
          <a:stretch/>
        </p:blipFill>
        <p:spPr>
          <a:xfrm>
            <a:off x="1679344" y="1249500"/>
            <a:ext cx="8896275" cy="522120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g61c32570fe_0_0"/>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87" name="Google Shape;287;g61c32570fe_0_0"/>
          <p:cNvSpPr txBox="1">
            <a:spLocks noGrp="1"/>
          </p:cNvSpPr>
          <p:nvPr>
            <p:ph type="title"/>
          </p:nvPr>
        </p:nvSpPr>
        <p:spPr>
          <a:xfrm>
            <a:off x="830950" y="358599"/>
            <a:ext cx="9720000" cy="1250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a:t>REFERENCES</a:t>
            </a:r>
            <a:endParaRPr/>
          </a:p>
        </p:txBody>
      </p:sp>
      <p:sp>
        <p:nvSpPr>
          <p:cNvPr id="288" name="Google Shape;288;g61c32570fe_0_0"/>
          <p:cNvSpPr txBox="1">
            <a:spLocks noGrp="1"/>
          </p:cNvSpPr>
          <p:nvPr>
            <p:ph type="body" idx="1"/>
          </p:nvPr>
        </p:nvSpPr>
        <p:spPr>
          <a:xfrm>
            <a:off x="830950" y="1340175"/>
            <a:ext cx="10473600" cy="5130600"/>
          </a:xfrm>
          <a:prstGeom prst="rect">
            <a:avLst/>
          </a:prstGeom>
          <a:noFill/>
          <a:ln>
            <a:noFill/>
          </a:ln>
        </p:spPr>
        <p:txBody>
          <a:bodyPr spcFirstLastPara="1" wrap="square" lIns="45700" tIns="45700" rIns="45700" bIns="45700" anchor="t" anchorCtr="0">
            <a:noAutofit/>
          </a:bodyPr>
          <a:lstStyle/>
          <a:p>
            <a:pPr marL="91440" lvl="0" indent="-91440" algn="l" rtl="0">
              <a:lnSpc>
                <a:spcPct val="90000"/>
              </a:lnSpc>
              <a:spcBef>
                <a:spcPts val="1400"/>
              </a:spcBef>
              <a:spcAft>
                <a:spcPts val="0"/>
              </a:spcAft>
              <a:buSzPts val="2200"/>
              <a:buChar char="●"/>
            </a:pPr>
            <a:r>
              <a:rPr lang="en-US" dirty="0"/>
              <a:t>[1] </a:t>
            </a:r>
            <a:r>
              <a:rPr lang="en-US" dirty="0" err="1"/>
              <a:t>Ramanath</a:t>
            </a:r>
            <a:r>
              <a:rPr lang="en-US" dirty="0"/>
              <a:t>, Rohan, et al. "Unsupervised alignment of privacy policies using hidden </a:t>
            </a:r>
            <a:r>
              <a:rPr lang="en-US" dirty="0" err="1"/>
              <a:t>markov</a:t>
            </a:r>
            <a:r>
              <a:rPr lang="en-US" dirty="0"/>
              <a:t> models." Proceedings of the 52nd Annual Meeting of the Association for Computational Linguistics (Volume 2: Short Papers). 2014.</a:t>
            </a:r>
            <a:endParaRPr dirty="0"/>
          </a:p>
          <a:p>
            <a:pPr marL="91440" lvl="0" indent="-66040" algn="l" rtl="0">
              <a:lnSpc>
                <a:spcPct val="90000"/>
              </a:lnSpc>
              <a:spcBef>
                <a:spcPts val="1400"/>
              </a:spcBef>
              <a:spcAft>
                <a:spcPts val="0"/>
              </a:spcAft>
              <a:buSzPts val="1800"/>
              <a:buChar char="●"/>
            </a:pPr>
            <a:r>
              <a:rPr lang="en-US" dirty="0"/>
              <a:t>[2] </a:t>
            </a:r>
            <a:r>
              <a:rPr lang="en-US" dirty="0" err="1"/>
              <a:t>Angeli</a:t>
            </a:r>
            <a:r>
              <a:rPr lang="en-US" dirty="0"/>
              <a:t>, Gabor, Melvin Jose Johnson </a:t>
            </a:r>
            <a:r>
              <a:rPr lang="en-US" dirty="0" err="1"/>
              <a:t>Premkumar</a:t>
            </a:r>
            <a:r>
              <a:rPr lang="en-US" dirty="0"/>
              <a:t>, and Christopher D. Manning. "Leveraging linguistic structure for open domain information extraction." Proceedings of the 53rd Annual Meeting of the Association for Computational Linguistics and the 7th International Joint Conference on Natural Language Processing (Volume 1: Long Papers). 2015.</a:t>
            </a:r>
            <a:endParaRPr dirty="0"/>
          </a:p>
          <a:p>
            <a:pPr marL="91440" lvl="0" indent="-66040" algn="l" rtl="0">
              <a:lnSpc>
                <a:spcPct val="90000"/>
              </a:lnSpc>
              <a:spcBef>
                <a:spcPts val="1400"/>
              </a:spcBef>
              <a:spcAft>
                <a:spcPts val="0"/>
              </a:spcAft>
              <a:buSzPts val="1800"/>
              <a:buChar char="●"/>
            </a:pPr>
            <a:r>
              <a:rPr lang="en-US" dirty="0"/>
              <a:t>[3] He, Hua, Kevin </a:t>
            </a:r>
            <a:r>
              <a:rPr lang="en-US" dirty="0" err="1"/>
              <a:t>Gimpel</a:t>
            </a:r>
            <a:r>
              <a:rPr lang="en-US" dirty="0"/>
              <a:t>, and Jimmy Lin. "Multi-perspective sentence similarity modeling with convolutional neural networks." Proceedings of the 2015 Conference on Empirical Methods in Natural Language Processing. 2015.</a:t>
            </a:r>
            <a:endParaRPr dirty="0"/>
          </a:p>
          <a:p>
            <a:pPr marL="91440" lvl="0" indent="-66040" algn="l" rtl="0">
              <a:lnSpc>
                <a:spcPct val="90000"/>
              </a:lnSpc>
              <a:spcBef>
                <a:spcPts val="1400"/>
              </a:spcBef>
              <a:spcAft>
                <a:spcPts val="0"/>
              </a:spcAft>
              <a:buSzPts val="1800"/>
              <a:buChar char="●"/>
            </a:pPr>
            <a:r>
              <a:rPr lang="en-US" dirty="0"/>
              <a:t>[4] </a:t>
            </a:r>
            <a:r>
              <a:rPr lang="en-US" dirty="0" err="1"/>
              <a:t>Sarne</a:t>
            </a:r>
            <a:r>
              <a:rPr lang="en-US" dirty="0"/>
              <a:t>, David, et al. "Unsupervised Topic Extraction from Privacy Policies." Companion Proceedings of The 2019 World Wide Web Conference. ACM, 2019.</a:t>
            </a:r>
            <a:endParaRPr dirty="0"/>
          </a:p>
          <a:p>
            <a:pPr marL="91440" lvl="0" indent="0" algn="l" rtl="0">
              <a:lnSpc>
                <a:spcPct val="90000"/>
              </a:lnSpc>
              <a:spcBef>
                <a:spcPts val="1400"/>
              </a:spcBef>
              <a:spcAft>
                <a:spcPts val="0"/>
              </a:spcAft>
              <a:buSzPts val="1800"/>
              <a:buNone/>
            </a:pPr>
            <a:endParaRPr dirty="0"/>
          </a:p>
          <a:p>
            <a:pPr marL="0" lvl="0" indent="0" algn="l" rtl="0">
              <a:lnSpc>
                <a:spcPct val="90000"/>
              </a:lnSpc>
              <a:spcBef>
                <a:spcPts val="1400"/>
              </a:spcBef>
              <a:spcAft>
                <a:spcPts val="0"/>
              </a:spcAft>
              <a:buSzPts val="1800"/>
              <a:buNone/>
            </a:pPr>
            <a:endParaRPr dirty="0"/>
          </a:p>
        </p:txBody>
      </p:sp>
      <p:sp>
        <p:nvSpPr>
          <p:cNvPr id="289" name="Google Shape;289;g61c32570fe_0_0"/>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62066006f0_0_120"/>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95" name="Google Shape;295;g62066006f0_0_120"/>
          <p:cNvSpPr txBox="1">
            <a:spLocks noGrp="1"/>
          </p:cNvSpPr>
          <p:nvPr>
            <p:ph type="title"/>
          </p:nvPr>
        </p:nvSpPr>
        <p:spPr>
          <a:xfrm>
            <a:off x="830950" y="358599"/>
            <a:ext cx="9720000" cy="1250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a:t>REFERENCES</a:t>
            </a:r>
            <a:endParaRPr/>
          </a:p>
        </p:txBody>
      </p:sp>
      <p:sp>
        <p:nvSpPr>
          <p:cNvPr id="296" name="Google Shape;296;g62066006f0_0_120"/>
          <p:cNvSpPr txBox="1">
            <a:spLocks noGrp="1"/>
          </p:cNvSpPr>
          <p:nvPr>
            <p:ph type="body" idx="1"/>
          </p:nvPr>
        </p:nvSpPr>
        <p:spPr>
          <a:xfrm>
            <a:off x="830950" y="1340175"/>
            <a:ext cx="10473600" cy="5130600"/>
          </a:xfrm>
          <a:prstGeom prst="rect">
            <a:avLst/>
          </a:prstGeom>
          <a:noFill/>
          <a:ln>
            <a:noFill/>
          </a:ln>
        </p:spPr>
        <p:txBody>
          <a:bodyPr spcFirstLastPara="1" wrap="square" lIns="45700" tIns="45700" rIns="45700" bIns="45700" anchor="t" anchorCtr="0">
            <a:noAutofit/>
          </a:bodyPr>
          <a:lstStyle/>
          <a:p>
            <a:pPr marL="91440" lvl="0" indent="-91440" algn="l" rtl="0">
              <a:lnSpc>
                <a:spcPct val="90000"/>
              </a:lnSpc>
              <a:spcBef>
                <a:spcPts val="1400"/>
              </a:spcBef>
              <a:spcAft>
                <a:spcPts val="0"/>
              </a:spcAft>
              <a:buSzPts val="2200"/>
              <a:buChar char="●"/>
            </a:pPr>
            <a:r>
              <a:rPr lang="en-US"/>
              <a:t>[5] Harkous, Hamza, et al. "Polisis: Automated analysis and presentation of privacy policies using deep learning." 27th {USENIX} Security Symposium ({USENIX} Security 18). 2018.</a:t>
            </a:r>
            <a:endParaRPr/>
          </a:p>
          <a:p>
            <a:pPr marL="91440" lvl="0" indent="-91440" algn="l" rtl="0">
              <a:lnSpc>
                <a:spcPct val="90000"/>
              </a:lnSpc>
              <a:spcBef>
                <a:spcPts val="1400"/>
              </a:spcBef>
              <a:spcAft>
                <a:spcPts val="0"/>
              </a:spcAft>
              <a:buSzPts val="2200"/>
              <a:buChar char="●"/>
            </a:pPr>
            <a:r>
              <a:rPr lang="en-US"/>
              <a:t>[6]  Jensen, Carlos, and Colin Potts. "Privacy policies as decision-making tools: an evaluation of online privacy notices." Proceedings of the SIGCHI conference on Human Factors in Computing Systems. ACM, 2004.</a:t>
            </a:r>
            <a:endParaRPr/>
          </a:p>
          <a:p>
            <a:pPr marL="91440" lvl="0" indent="-91440" algn="l" rtl="0">
              <a:lnSpc>
                <a:spcPct val="90000"/>
              </a:lnSpc>
              <a:spcBef>
                <a:spcPts val="1400"/>
              </a:spcBef>
              <a:spcAft>
                <a:spcPts val="0"/>
              </a:spcAft>
              <a:buSzPts val="2200"/>
              <a:buChar char="●"/>
            </a:pPr>
            <a:r>
              <a:rPr lang="en-US"/>
              <a:t>[7] Antón, Annie I., Julia Brande Earp, and Angela Reese. "Analyzing website privacy requirements using a privacy goal taxonomy." Proceedings IEEE Joint International Conference on Requirements Engineering. IEEE, 2002.</a:t>
            </a:r>
            <a:endParaRPr/>
          </a:p>
          <a:p>
            <a:pPr marL="91440" lvl="0" indent="-66040" algn="l" rtl="0">
              <a:lnSpc>
                <a:spcPct val="90000"/>
              </a:lnSpc>
              <a:spcBef>
                <a:spcPts val="1400"/>
              </a:spcBef>
              <a:spcAft>
                <a:spcPts val="0"/>
              </a:spcAft>
              <a:buSzPts val="1800"/>
              <a:buChar char="●"/>
            </a:pPr>
            <a:r>
              <a:rPr lang="en-US"/>
              <a:t>[8] M. Hochhauser (2001). Lost in the fine print: Readability of financial privacy notices. Retrieved September 30, 2019 from http://www.privacyrights.org/ar/GLB-Reading.htm. </a:t>
            </a:r>
            <a:endParaRPr/>
          </a:p>
          <a:p>
            <a:pPr marL="91440" lvl="0" indent="-66040" algn="l" rtl="0">
              <a:lnSpc>
                <a:spcPct val="90000"/>
              </a:lnSpc>
              <a:spcBef>
                <a:spcPts val="1400"/>
              </a:spcBef>
              <a:spcAft>
                <a:spcPts val="0"/>
              </a:spcAft>
              <a:buSzPts val="1800"/>
              <a:buChar char="●"/>
            </a:pPr>
            <a:r>
              <a:rPr lang="en-US"/>
              <a:t>[9] Linden, Thomas, et al. "The privacy policy landscape after the GDPR." arXiv preprint arXiv:1809.08396 (2018).</a:t>
            </a:r>
            <a:endParaRPr/>
          </a:p>
          <a:p>
            <a:pPr marL="91440" lvl="0" indent="0" algn="l" rtl="0">
              <a:lnSpc>
                <a:spcPct val="90000"/>
              </a:lnSpc>
              <a:spcBef>
                <a:spcPts val="1400"/>
              </a:spcBef>
              <a:spcAft>
                <a:spcPts val="0"/>
              </a:spcAft>
              <a:buSzPts val="1800"/>
              <a:buNone/>
            </a:pPr>
            <a:endParaRPr/>
          </a:p>
          <a:p>
            <a:pPr marL="0" lvl="0" indent="0" algn="l" rtl="0">
              <a:lnSpc>
                <a:spcPct val="90000"/>
              </a:lnSpc>
              <a:spcBef>
                <a:spcPts val="1400"/>
              </a:spcBef>
              <a:spcAft>
                <a:spcPts val="0"/>
              </a:spcAft>
              <a:buSzPts val="1800"/>
              <a:buNone/>
            </a:pPr>
            <a:endParaRPr/>
          </a:p>
        </p:txBody>
      </p:sp>
      <p:sp>
        <p:nvSpPr>
          <p:cNvPr id="297" name="Google Shape;297;g62066006f0_0_120"/>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12"/>
          <p:cNvSpPr/>
          <p:nvPr/>
        </p:nvSpPr>
        <p:spPr>
          <a:xfrm>
            <a:off x="385481" y="358588"/>
            <a:ext cx="11421037" cy="6158753"/>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303" name="Google Shape;303;p12"/>
          <p:cNvSpPr txBox="1">
            <a:spLocks noGrp="1"/>
          </p:cNvSpPr>
          <p:nvPr>
            <p:ph type="title"/>
          </p:nvPr>
        </p:nvSpPr>
        <p:spPr>
          <a:xfrm>
            <a:off x="1024091" y="1128841"/>
            <a:ext cx="9720000" cy="1499700"/>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Clr>
                <a:srgbClr val="0C0C0C"/>
              </a:buClr>
              <a:buSzPts val="5000"/>
              <a:buFont typeface="Twentieth Century"/>
              <a:buNone/>
            </a:pPr>
            <a:r>
              <a:rPr lang="en-US"/>
              <a:t>ANY QUESTIONS</a:t>
            </a:r>
            <a:endParaRPr/>
          </a:p>
        </p:txBody>
      </p:sp>
      <p:sp>
        <p:nvSpPr>
          <p:cNvPr id="304" name="Google Shape;304;p12"/>
          <p:cNvSpPr txBox="1">
            <a:spLocks noGrp="1"/>
          </p:cNvSpPr>
          <p:nvPr>
            <p:ph type="body" idx="1"/>
          </p:nvPr>
        </p:nvSpPr>
        <p:spPr>
          <a:xfrm>
            <a:off x="1024125" y="3091377"/>
            <a:ext cx="9720000" cy="3218100"/>
          </a:xfrm>
          <a:prstGeom prst="rect">
            <a:avLst/>
          </a:prstGeom>
          <a:noFill/>
          <a:ln>
            <a:noFill/>
          </a:ln>
        </p:spPr>
        <p:txBody>
          <a:bodyPr spcFirstLastPara="1" wrap="square" lIns="45700" tIns="45700" rIns="45700" bIns="45700" anchor="t" anchorCtr="0">
            <a:noAutofit/>
          </a:bodyPr>
          <a:lstStyle/>
          <a:p>
            <a:pPr marL="91440" lvl="0" indent="0" algn="ctr" rtl="0">
              <a:lnSpc>
                <a:spcPct val="90000"/>
              </a:lnSpc>
              <a:spcBef>
                <a:spcPts val="0"/>
              </a:spcBef>
              <a:spcAft>
                <a:spcPts val="0"/>
              </a:spcAft>
              <a:buSzPts val="2200"/>
              <a:buNone/>
            </a:pPr>
            <a:r>
              <a:rPr lang="en-US" sz="7200"/>
              <a:t>Thank you</a:t>
            </a:r>
            <a:endParaRPr sz="7200"/>
          </a:p>
        </p:txBody>
      </p:sp>
      <p:sp>
        <p:nvSpPr>
          <p:cNvPr id="305" name="Google Shape;305;p12"/>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14"/>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311" name="Google Shape;311;p14"/>
          <p:cNvSpPr txBox="1">
            <a:spLocks noGrp="1"/>
          </p:cNvSpPr>
          <p:nvPr>
            <p:ph type="title"/>
          </p:nvPr>
        </p:nvSpPr>
        <p:spPr>
          <a:xfrm>
            <a:off x="1024128" y="585216"/>
            <a:ext cx="9720000" cy="1499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a:t>DATASET</a:t>
            </a:r>
            <a:endParaRPr/>
          </a:p>
        </p:txBody>
      </p:sp>
      <p:sp>
        <p:nvSpPr>
          <p:cNvPr id="312" name="Google Shape;312;p14"/>
          <p:cNvSpPr txBox="1">
            <a:spLocks noGrp="1"/>
          </p:cNvSpPr>
          <p:nvPr>
            <p:ph type="body" idx="1"/>
          </p:nvPr>
        </p:nvSpPr>
        <p:spPr>
          <a:xfrm>
            <a:off x="1024128" y="2286000"/>
            <a:ext cx="9720000" cy="4023300"/>
          </a:xfrm>
          <a:prstGeom prst="rect">
            <a:avLst/>
          </a:prstGeom>
          <a:noFill/>
          <a:ln>
            <a:noFill/>
          </a:ln>
        </p:spPr>
        <p:txBody>
          <a:bodyPr spcFirstLastPara="1" wrap="square" lIns="45700" tIns="45700" rIns="45700" bIns="45700" anchor="t" anchorCtr="0">
            <a:noAutofit/>
          </a:bodyPr>
          <a:lstStyle/>
          <a:p>
            <a:pPr marL="91440" lvl="0" indent="-91440" algn="l" rtl="0">
              <a:lnSpc>
                <a:spcPct val="90000"/>
              </a:lnSpc>
              <a:spcBef>
                <a:spcPts val="0"/>
              </a:spcBef>
              <a:spcAft>
                <a:spcPts val="0"/>
              </a:spcAft>
              <a:buSzPts val="2200"/>
              <a:buFont typeface="Arial"/>
              <a:buChar char="●"/>
            </a:pPr>
            <a:r>
              <a:rPr lang="en-US"/>
              <a:t>465 labelled policies</a:t>
            </a:r>
            <a:endParaRPr/>
          </a:p>
          <a:p>
            <a:pPr marL="91440" lvl="0" indent="-91440" algn="l" rtl="0">
              <a:lnSpc>
                <a:spcPct val="90000"/>
              </a:lnSpc>
              <a:spcBef>
                <a:spcPts val="1400"/>
              </a:spcBef>
              <a:spcAft>
                <a:spcPts val="0"/>
              </a:spcAft>
              <a:buSzPts val="2200"/>
              <a:buFont typeface="Arial"/>
              <a:buChar char="●"/>
            </a:pPr>
            <a:r>
              <a:rPr lang="en-US"/>
              <a:t>Links to around 4 million unlabelled policies</a:t>
            </a:r>
            <a:endParaRPr/>
          </a:p>
          <a:p>
            <a:pPr marL="91440" lvl="0" indent="-91440" algn="l" rtl="0">
              <a:lnSpc>
                <a:spcPct val="90000"/>
              </a:lnSpc>
              <a:spcBef>
                <a:spcPts val="1400"/>
              </a:spcBef>
              <a:spcAft>
                <a:spcPts val="0"/>
              </a:spcAft>
              <a:buSzPts val="2200"/>
              <a:buFont typeface="Arial"/>
              <a:buChar char="●"/>
            </a:pPr>
            <a:r>
              <a:rPr lang="en-US"/>
              <a:t>Data Protection laws of Canada(PIPEDA), Singapore, Europe(GDPR), US-EU and US-Swiss(Privacy Shield Framework), China (The Personal Information Security Specification)</a:t>
            </a:r>
            <a:endParaRPr sz="2400"/>
          </a:p>
          <a:p>
            <a:pPr marL="91440" lvl="0" indent="0" algn="l" rtl="0">
              <a:lnSpc>
                <a:spcPct val="90000"/>
              </a:lnSpc>
              <a:spcBef>
                <a:spcPts val="1400"/>
              </a:spcBef>
              <a:spcAft>
                <a:spcPts val="0"/>
              </a:spcAft>
              <a:buSzPts val="1800"/>
              <a:buNone/>
            </a:pPr>
            <a:endParaRPr/>
          </a:p>
        </p:txBody>
      </p:sp>
      <p:sp>
        <p:nvSpPr>
          <p:cNvPr id="313" name="Google Shape;313;p14"/>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16"/>
          <p:cNvSpPr/>
          <p:nvPr/>
        </p:nvSpPr>
        <p:spPr>
          <a:xfrm>
            <a:off x="385481" y="358588"/>
            <a:ext cx="11421000" cy="6158700"/>
          </a:xfrm>
          <a:prstGeom prst="rect">
            <a:avLst/>
          </a:prstGeom>
          <a:solidFill>
            <a:schemeClr val="l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319" name="Google Shape;319;p16"/>
          <p:cNvSpPr txBox="1">
            <a:spLocks noGrp="1"/>
          </p:cNvSpPr>
          <p:nvPr>
            <p:ph type="title"/>
          </p:nvPr>
        </p:nvSpPr>
        <p:spPr>
          <a:xfrm>
            <a:off x="1024125" y="442447"/>
            <a:ext cx="9720000" cy="1073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5000"/>
              <a:buFont typeface="Twentieth Century"/>
              <a:buNone/>
            </a:pPr>
            <a:r>
              <a:rPr lang="en-US"/>
              <a:t>Privacy Policy Categorization</a:t>
            </a:r>
            <a:endParaRPr/>
          </a:p>
        </p:txBody>
      </p:sp>
      <p:sp>
        <p:nvSpPr>
          <p:cNvPr id="320" name="Google Shape;320;p16"/>
          <p:cNvSpPr txBox="1">
            <a:spLocks noGrp="1"/>
          </p:cNvSpPr>
          <p:nvPr>
            <p:ph type="sldNum" idx="12"/>
          </p:nvPr>
        </p:nvSpPr>
        <p:spPr>
          <a:xfrm>
            <a:off x="10837333" y="6470704"/>
            <a:ext cx="973800" cy="274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000"/>
              <a:buFont typeface="Arial"/>
              <a:buNone/>
            </a:pPr>
            <a:fld id="{00000000-1234-1234-1234-123412341234}" type="slidenum">
              <a:rPr lang="en-US"/>
              <a:t>26</a:t>
            </a:fld>
            <a:endParaRPr/>
          </a:p>
        </p:txBody>
      </p:sp>
      <p:sp>
        <p:nvSpPr>
          <p:cNvPr id="321" name="Google Shape;321;p16"/>
          <p:cNvSpPr txBox="1"/>
          <p:nvPr/>
        </p:nvSpPr>
        <p:spPr>
          <a:xfrm>
            <a:off x="1024125" y="1330150"/>
            <a:ext cx="10600500" cy="5069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wentieth Century"/>
                <a:ea typeface="Twentieth Century"/>
                <a:cs typeface="Twentieth Century"/>
                <a:sym typeface="Twentieth Century"/>
              </a:rPr>
              <a:t>The annotation scheme according to </a:t>
            </a:r>
            <a:r>
              <a:rPr lang="en-US" sz="2400" b="0" i="0" u="none" strike="noStrike" cap="none">
                <a:solidFill>
                  <a:schemeClr val="dk1"/>
                </a:solidFill>
                <a:latin typeface="Arial"/>
                <a:ea typeface="Arial"/>
                <a:cs typeface="Arial"/>
                <a:sym typeface="Arial"/>
              </a:rPr>
              <a:t>OPP-115 dataset </a:t>
            </a:r>
            <a:r>
              <a:rPr lang="en-US" sz="2400" b="0" i="0" u="none" strike="noStrike" cap="none">
                <a:solidFill>
                  <a:srgbClr val="000000"/>
                </a:solidFill>
                <a:latin typeface="Twentieth Century"/>
                <a:ea typeface="Twentieth Century"/>
                <a:cs typeface="Twentieth Century"/>
                <a:sym typeface="Twentieth Century"/>
              </a:rPr>
              <a:t>consists of ten data practice categories</a:t>
            </a:r>
            <a:r>
              <a:rPr lang="en-US" sz="2400">
                <a:latin typeface="Twentieth Century"/>
                <a:ea typeface="Twentieth Century"/>
                <a:cs typeface="Twentieth Century"/>
                <a:sym typeface="Twentieth Century"/>
              </a:rPr>
              <a:t>*</a:t>
            </a:r>
            <a:r>
              <a:rPr lang="en-US" sz="2400" b="0" i="0" u="none" strike="noStrike" cap="none">
                <a:solidFill>
                  <a:srgbClr val="000000"/>
                </a:solidFill>
                <a:latin typeface="Twentieth Century"/>
                <a:ea typeface="Twentieth Century"/>
                <a:cs typeface="Twentieth Century"/>
                <a:sym typeface="Twentieth Century"/>
              </a:rPr>
              <a:t>: </a:t>
            </a:r>
            <a:endParaRPr sz="2400" b="0" i="0" u="none" strike="noStrike" cap="none">
              <a:solidFill>
                <a:srgbClr val="000000"/>
              </a:solidFill>
              <a:latin typeface="Twentieth Century"/>
              <a:ea typeface="Twentieth Century"/>
              <a:cs typeface="Twentieth Century"/>
              <a:sym typeface="Twentieth Century"/>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wentieth Century"/>
                <a:ea typeface="Twentieth Century"/>
                <a:cs typeface="Twentieth Century"/>
                <a:sym typeface="Twentieth Century"/>
              </a:rPr>
              <a:t>1.  First Party Collection/Use</a:t>
            </a:r>
            <a:endParaRPr sz="2400" b="0" i="0" u="none" strike="noStrike" cap="none">
              <a:solidFill>
                <a:srgbClr val="000000"/>
              </a:solidFill>
              <a:latin typeface="Twentieth Century"/>
              <a:ea typeface="Twentieth Century"/>
              <a:cs typeface="Twentieth Century"/>
              <a:sym typeface="Twentieth Century"/>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wentieth Century"/>
                <a:ea typeface="Twentieth Century"/>
                <a:cs typeface="Twentieth Century"/>
                <a:sym typeface="Twentieth Century"/>
              </a:rPr>
              <a:t>2.  Third Party Sharing/Collection</a:t>
            </a:r>
            <a:endParaRPr sz="2400" b="0" i="0" u="none" strike="noStrike" cap="none">
              <a:solidFill>
                <a:srgbClr val="000000"/>
              </a:solidFill>
              <a:latin typeface="Twentieth Century"/>
              <a:ea typeface="Twentieth Century"/>
              <a:cs typeface="Twentieth Century"/>
              <a:sym typeface="Twentieth Century"/>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wentieth Century"/>
                <a:ea typeface="Twentieth Century"/>
                <a:cs typeface="Twentieth Century"/>
                <a:sym typeface="Twentieth Century"/>
              </a:rPr>
              <a:t>3.  User Choice/Control</a:t>
            </a:r>
            <a:endParaRPr sz="2400" b="0" i="0" u="none" strike="noStrike" cap="none">
              <a:solidFill>
                <a:srgbClr val="000000"/>
              </a:solidFill>
              <a:latin typeface="Twentieth Century"/>
              <a:ea typeface="Twentieth Century"/>
              <a:cs typeface="Twentieth Century"/>
              <a:sym typeface="Twentieth Century"/>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wentieth Century"/>
                <a:ea typeface="Twentieth Century"/>
                <a:cs typeface="Twentieth Century"/>
                <a:sym typeface="Twentieth Century"/>
              </a:rPr>
              <a:t>4.  User Access, Edit, &amp; Deletion</a:t>
            </a:r>
            <a:endParaRPr sz="2400" b="0" i="0" u="none" strike="noStrike" cap="none">
              <a:solidFill>
                <a:srgbClr val="000000"/>
              </a:solidFill>
              <a:latin typeface="Twentieth Century"/>
              <a:ea typeface="Twentieth Century"/>
              <a:cs typeface="Twentieth Century"/>
              <a:sym typeface="Twentieth Century"/>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wentieth Century"/>
                <a:ea typeface="Twentieth Century"/>
                <a:cs typeface="Twentieth Century"/>
                <a:sym typeface="Twentieth Century"/>
              </a:rPr>
              <a:t>5.  Data Retention</a:t>
            </a:r>
            <a:endParaRPr sz="2400" b="0" i="0" u="none" strike="noStrike" cap="none">
              <a:solidFill>
                <a:srgbClr val="000000"/>
              </a:solidFill>
              <a:latin typeface="Twentieth Century"/>
              <a:ea typeface="Twentieth Century"/>
              <a:cs typeface="Twentieth Century"/>
              <a:sym typeface="Twentieth Century"/>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wentieth Century"/>
                <a:ea typeface="Twentieth Century"/>
                <a:cs typeface="Twentieth Century"/>
                <a:sym typeface="Twentieth Century"/>
              </a:rPr>
              <a:t>6.  Data Security</a:t>
            </a:r>
            <a:endParaRPr sz="2400" b="0" i="0" u="none" strike="noStrike" cap="none">
              <a:solidFill>
                <a:srgbClr val="000000"/>
              </a:solidFill>
              <a:latin typeface="Twentieth Century"/>
              <a:ea typeface="Twentieth Century"/>
              <a:cs typeface="Twentieth Century"/>
              <a:sym typeface="Twentieth Century"/>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wentieth Century"/>
                <a:ea typeface="Twentieth Century"/>
                <a:cs typeface="Twentieth Century"/>
                <a:sym typeface="Twentieth Century"/>
              </a:rPr>
              <a:t>7.  Policy Change</a:t>
            </a:r>
            <a:endParaRPr sz="2400" b="0" i="0" u="none" strike="noStrike" cap="none">
              <a:solidFill>
                <a:srgbClr val="000000"/>
              </a:solidFill>
              <a:latin typeface="Twentieth Century"/>
              <a:ea typeface="Twentieth Century"/>
              <a:cs typeface="Twentieth Century"/>
              <a:sym typeface="Twentieth Century"/>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wentieth Century"/>
                <a:ea typeface="Twentieth Century"/>
                <a:cs typeface="Twentieth Century"/>
                <a:sym typeface="Twentieth Century"/>
              </a:rPr>
              <a:t>8.  Do Not Track</a:t>
            </a:r>
            <a:endParaRPr sz="2400" b="0" i="0" u="none" strike="noStrike" cap="none">
              <a:solidFill>
                <a:srgbClr val="000000"/>
              </a:solidFill>
              <a:latin typeface="Twentieth Century"/>
              <a:ea typeface="Twentieth Century"/>
              <a:cs typeface="Twentieth Century"/>
              <a:sym typeface="Twentieth Century"/>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wentieth Century"/>
                <a:ea typeface="Twentieth Century"/>
                <a:cs typeface="Twentieth Century"/>
                <a:sym typeface="Twentieth Century"/>
              </a:rPr>
              <a:t>9.  International &amp; Specific Audiences</a:t>
            </a:r>
            <a:endParaRPr sz="2400">
              <a:latin typeface="Twentieth Century"/>
              <a:ea typeface="Twentieth Century"/>
              <a:cs typeface="Twentieth Century"/>
              <a:sym typeface="Twentieth Century"/>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wentieth Century"/>
                <a:ea typeface="Twentieth Century"/>
                <a:cs typeface="Twentieth Century"/>
                <a:sym typeface="Twentieth Century"/>
              </a:rPr>
              <a:t>10. Other</a:t>
            </a:r>
            <a:endParaRPr sz="2400" b="0" i="0" u="none" strike="noStrike" cap="none">
              <a:solidFill>
                <a:srgbClr val="000000"/>
              </a:solidFill>
              <a:latin typeface="Twentieth Century"/>
              <a:ea typeface="Twentieth Century"/>
              <a:cs typeface="Twentieth Century"/>
              <a:sym typeface="Twentieth Century"/>
            </a:endParaRPr>
          </a:p>
          <a:p>
            <a:pPr marL="0" marR="0" lvl="0" indent="0" algn="l" rtl="0">
              <a:lnSpc>
                <a:spcPct val="100000"/>
              </a:lnSpc>
              <a:spcBef>
                <a:spcPts val="0"/>
              </a:spcBef>
              <a:spcAft>
                <a:spcPts val="0"/>
              </a:spcAft>
              <a:buClr>
                <a:srgbClr val="000000"/>
              </a:buClr>
              <a:buSzPts val="2400"/>
              <a:buFont typeface="Arial"/>
              <a:buNone/>
            </a:pPr>
            <a:r>
              <a:rPr lang="en-US" sz="2400">
                <a:latin typeface="Twentieth Century"/>
                <a:ea typeface="Twentieth Century"/>
                <a:cs typeface="Twentieth Century"/>
                <a:sym typeface="Twentieth Century"/>
              </a:rPr>
              <a:t>*</a:t>
            </a:r>
            <a:r>
              <a:rPr lang="en-US" sz="1200" b="0" i="0" u="none" strike="noStrike" cap="none">
                <a:solidFill>
                  <a:schemeClr val="dk1"/>
                </a:solidFill>
                <a:latin typeface="Arial"/>
                <a:ea typeface="Arial"/>
                <a:cs typeface="Arial"/>
                <a:sym typeface="Arial"/>
              </a:rPr>
              <a:t>The creation and analysis of a website privacy policy corpus . Shomir Wilson, Florian</a:t>
            </a:r>
            <a:r>
              <a:rPr lang="en-US" sz="1200">
                <a:solidFill>
                  <a:schemeClr val="dk1"/>
                </a:solidFill>
              </a:rPr>
              <a:t> </a:t>
            </a:r>
            <a:r>
              <a:rPr lang="en-US" sz="1200" b="0" i="0" u="none" strike="noStrike" cap="none">
                <a:solidFill>
                  <a:schemeClr val="dk1"/>
                </a:solidFill>
                <a:latin typeface="Arial"/>
                <a:ea typeface="Arial"/>
                <a:cs typeface="Arial"/>
                <a:sym typeface="Arial"/>
              </a:rPr>
              <a:t>Schaub and Aswarth Abhilash Dara. In Proceedings of the 54th Annual Meeting of</a:t>
            </a:r>
            <a:r>
              <a:rPr lang="en-US" sz="1200">
                <a:solidFill>
                  <a:schemeClr val="dk1"/>
                </a:solidFill>
              </a:rPr>
              <a:t> </a:t>
            </a:r>
            <a:r>
              <a:rPr lang="en-US" sz="1200" b="0" i="0" u="none" strike="noStrike" cap="none">
                <a:solidFill>
                  <a:schemeClr val="dk1"/>
                </a:solidFill>
                <a:latin typeface="Arial"/>
                <a:ea typeface="Arial"/>
                <a:cs typeface="Arial"/>
                <a:sym typeface="Arial"/>
              </a:rPr>
              <a:t>the</a:t>
            </a:r>
            <a:r>
              <a:rPr lang="en-US" sz="1200">
                <a:solidFill>
                  <a:schemeClr val="dk1"/>
                </a:solidFill>
              </a:rPr>
              <a:t> </a:t>
            </a:r>
            <a:r>
              <a:rPr lang="en-US" sz="1200" b="0" i="0" u="none" strike="noStrike" cap="none">
                <a:solidFill>
                  <a:schemeClr val="dk1"/>
                </a:solidFill>
                <a:latin typeface="Arial"/>
                <a:ea typeface="Arial"/>
                <a:cs typeface="Arial"/>
                <a:sym typeface="Arial"/>
              </a:rPr>
              <a:t>Association for Computational Linguistics, Berlin, Germany, August 2016.</a:t>
            </a:r>
            <a:endParaRPr sz="1200" b="0" i="0" u="none" strike="noStrike" cap="none">
              <a:solidFill>
                <a:srgbClr val="000000"/>
              </a:solidFill>
              <a:latin typeface="Twentieth Century"/>
              <a:ea typeface="Twentieth Century"/>
              <a:cs typeface="Twentieth Century"/>
              <a:sym typeface="Twentieth Century"/>
            </a:endParaRPr>
          </a:p>
        </p:txBody>
      </p:sp>
    </p:spTree>
  </p:cSld>
  <p:clrMapOvr>
    <a:masterClrMapping/>
  </p:clrMapOvr>
</p:sld>
</file>

<file path=ppt/theme/theme1.xml><?xml version="1.0" encoding="utf-8"?>
<a:theme xmlns:a="http://schemas.openxmlformats.org/drawingml/2006/main"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TotalTime>
  <Words>1080</Words>
  <Application>Microsoft Office PowerPoint</Application>
  <PresentationFormat>Widescreen</PresentationFormat>
  <Paragraphs>181</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Noto Sans Symbols</vt:lpstr>
      <vt:lpstr>Twentieth Century</vt:lpstr>
      <vt:lpstr>Integral</vt:lpstr>
      <vt:lpstr>FINE PRINT</vt:lpstr>
      <vt:lpstr>PROJECT OVERVIEW</vt:lpstr>
      <vt:lpstr>PowerPoint Presentation</vt:lpstr>
      <vt:lpstr>Unsupervised Alignment of Privacy Policies using Hidden Markov Models[1]</vt:lpstr>
      <vt:lpstr>Overview</vt:lpstr>
      <vt:lpstr>Critical Analysis</vt:lpstr>
      <vt:lpstr>Leveraging Linguistic Structure For Open Domain Information Extraction[2]</vt:lpstr>
      <vt:lpstr>Overview</vt:lpstr>
      <vt:lpstr>Critical Analysis</vt:lpstr>
      <vt:lpstr>Multi-Perspective Sentence Similarity Modeling with Convolutional Neural Networks [3]</vt:lpstr>
      <vt:lpstr>sample</vt:lpstr>
      <vt:lpstr>Critical Analysis</vt:lpstr>
      <vt:lpstr>Unsupervised Topic Extraction from Privacy Policies[4]</vt:lpstr>
      <vt:lpstr>High Level overview</vt:lpstr>
      <vt:lpstr>Critical Analysis</vt:lpstr>
      <vt:lpstr>Polisis: Automated Analysis and Presentation of Privacy Policies Using Deep Learning[5]</vt:lpstr>
      <vt:lpstr>High Level overview</vt:lpstr>
      <vt:lpstr>Critical Analysis</vt:lpstr>
      <vt:lpstr>Comparison table of papers</vt:lpstr>
      <vt:lpstr>Research Gap</vt:lpstr>
      <vt:lpstr>Proposed Methodology</vt:lpstr>
      <vt:lpstr>REFERENCES</vt:lpstr>
      <vt:lpstr>REFERENCES</vt:lpstr>
      <vt:lpstr>ANY QUESTIONS</vt:lpstr>
      <vt:lpstr>DATASET</vt:lpstr>
      <vt:lpstr>Privacy Policy Categorization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 PRINT</dc:title>
  <cp:lastModifiedBy>Tehreem Javed</cp:lastModifiedBy>
  <cp:revision>10</cp:revision>
  <dcterms:modified xsi:type="dcterms:W3CDTF">2019-10-04T13:52:15Z</dcterms:modified>
</cp:coreProperties>
</file>